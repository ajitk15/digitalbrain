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cdcf3f0840400a" /><Relationship Type="http://schemas.openxmlformats.org/officeDocument/2006/relationships/extended-properties" Target="/docProps/app.xml" Id="Rd0762ce3eb6f466e" /><Relationship Type="http://schemas.openxmlformats.org/officeDocument/2006/relationships/officeDocument" Target="/ppt/presentation.xml" Id="R3c591c0876b64d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a7304cd093436f"/>
  </p:sldMasterIdLst>
  <p:notesMasterIdLst>
    <p:notesMasterId xmlns:r="http://schemas.openxmlformats.org/officeDocument/2006/relationships" r:id="R3f4f3c9903224942"/>
  </p:notesMasterIdLst>
  <p:sldIdLst>
    <p:sldId xmlns:r="http://schemas.openxmlformats.org/officeDocument/2006/relationships" id="256" r:id="R47e44926b4de4d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98440e5f514bd4" /><Relationship Type="http://schemas.openxmlformats.org/officeDocument/2006/relationships/slideMaster" Target="/ppt/slideMasters/slideMaster1.xml" Id="Rf4a7304cd093436f" /><Relationship Type="http://schemas.openxmlformats.org/officeDocument/2006/relationships/notesMaster" Target="/ppt/notesMasters/notesMaster1.xml" Id="R3f4f3c9903224942" /><Relationship Type="http://schemas.openxmlformats.org/officeDocument/2006/relationships/presProps" Target="/ppt/presProps.xml" Id="R8f68540242574bc1" /><Relationship Type="http://schemas.openxmlformats.org/officeDocument/2006/relationships/tableStyles" Target="/ppt/tableStyles.xml" Id="R87b9340d1b604309" /><Relationship Type="http://schemas.openxmlformats.org/officeDocument/2006/relationships/slide" Target="/ppt/slides/slide1.xml" Id="R47e44926b4de4d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0d5863801f44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da7f0eb53a4874" /><Relationship Type="http://schemas.openxmlformats.org/officeDocument/2006/relationships/notesMaster" Target="/ppt/notesMasters/notesMaster1.xml" Id="Rbbee8ec4a51c41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004db52c649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c0e5e57bf44975" /><Relationship Type="http://schemas.openxmlformats.org/officeDocument/2006/relationships/slideLayout" Target="/ppt/slideLayouts/slideLayout1.xml" Id="R2d4bfbc9e2954e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4bfbc9e2954e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eb004aad241d0" /><Relationship Type="http://schemas.openxmlformats.org/officeDocument/2006/relationships/image" Target="/ppt/media/image.png" Id="R91ac42ecffa64000" /><Relationship Type="http://schemas.openxmlformats.org/officeDocument/2006/relationships/image" Target="/ppt/media/image2.png" Id="Rad43b1bb7c67417e" /><Relationship Type="http://schemas.openxmlformats.org/officeDocument/2006/relationships/image" Target="/ppt/media/image3.png" Id="R4b53444e8e314a97" /><Relationship Type="http://schemas.openxmlformats.org/officeDocument/2006/relationships/image" Target="/ppt/media/image4.png" Id="R1bc1e5d6ea6f4736" /><Relationship Type="http://schemas.openxmlformats.org/officeDocument/2006/relationships/image" Target="/ppt/media/image5.png" Id="R529ab2d781024ce8" /><Relationship Type="http://schemas.openxmlformats.org/officeDocument/2006/relationships/image" Target="/ppt/media/image6.png" Id="Rb65eb2443cb5446c" /><Relationship Type="http://schemas.openxmlformats.org/officeDocument/2006/relationships/image" Target="/ppt/media/image7.png" Id="R20630ba2ba9d4721" /><Relationship Type="http://schemas.openxmlformats.org/officeDocument/2006/relationships/image" Target="/ppt/media/image8.png" Id="R9e47d47766944c28" /><Relationship Type="http://schemas.openxmlformats.org/officeDocument/2006/relationships/image" Target="/ppt/media/image9.png" Id="R61a60941a18642a3" /><Relationship Type="http://schemas.openxmlformats.org/officeDocument/2006/relationships/notesSlide" Target="/ppt/notesSlides/notesSlide1.xml" Id="R01859b9fc8634b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3" name="Digital Brain">
            <a:extLst xmlns:a="http://schemas.openxmlformats.org/drawingml/2006/main">
              <a:ext uri="{FF2B5EF4-FFF2-40B4-BE49-F238E27FC236}">
                <a16:creationId xmlns:a16="http://schemas.microsoft.com/office/drawing/2014/main" id="{729881AE-8E1A-44E6-9A51-550B82A7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9550"/>
            <a:ext cx="781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Digital Brain</a:t>
            </a:r>
          </a:p>
        </p:txBody>
      </p:sp>
      <p:sp>
        <p:nvSpPr>
          <p:cNvPr id="2" name="ARCHITECTURE">
            <a:extLst xmlns:a="http://schemas.openxmlformats.org/drawingml/2006/main">
              <a:ext uri="{FF2B5EF4-FFF2-40B4-BE49-F238E27FC236}">
                <a16:creationId xmlns:a16="http://schemas.microsoft.com/office/drawing/2014/main" id="{546E72E2-C430-406A-A504-42D41B01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38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Connect">
            <a:extLst xmlns:a="http://schemas.openxmlformats.org/drawingml/2006/main">
              <a:ext uri="{FF2B5EF4-FFF2-40B4-BE49-F238E27FC236}">
                <a16:creationId xmlns:a16="http://schemas.microsoft.com/office/drawing/2014/main" id="{01DFE790-2AF3-46D0-B131-37624FE1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6685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4" name="pluggable&#10;connectors">
            <a:extLst xmlns:a="http://schemas.openxmlformats.org/drawingml/2006/main">
              <a:ext uri="{FF2B5EF4-FFF2-40B4-BE49-F238E27FC236}">
                <a16:creationId xmlns:a16="http://schemas.microsoft.com/office/drawing/2014/main" id="{D2275357-C6DF-4D3A-AB70-AD0203B2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7240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pluggable</a:t>
            </a:r>
          </a:p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connectors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D79E8-3E37-4287-B487-A78BAFAE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228725"/>
            <a:ext cx="10001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c42ecffa64000"/>
          <a:stretch xmlns:a="http://schemas.openxmlformats.org/drawingml/2006/main"/>
        </p:blipFill>
        <p:spPr>
          <a:xfrm xmlns:a="http://schemas.openxmlformats.org/drawingml/2006/main">
            <a:off x="1847850" y="1323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" name="Upload &amp; links">
            <a:extLst xmlns:a="http://schemas.openxmlformats.org/drawingml/2006/main">
              <a:ext uri="{FF2B5EF4-FFF2-40B4-BE49-F238E27FC236}">
                <a16:creationId xmlns:a16="http://schemas.microsoft.com/office/drawing/2014/main" id="{ED6E802A-CCCB-4849-844F-B8C9FC37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6192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Upload &amp; links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4529A-F7E8-43B3-AB20-4B894E44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19812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CFE50-89F7-4312-9496-3A37FA17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228725"/>
            <a:ext cx="10001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3b1bb7c67417e"/>
          <a:stretch xmlns:a="http://schemas.openxmlformats.org/drawingml/2006/main"/>
        </p:blipFill>
        <p:spPr>
          <a:xfrm xmlns:a="http://schemas.openxmlformats.org/drawingml/2006/main">
            <a:off x="2952750" y="1323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SharePoint&#10;OneDrive">
            <a:extLst xmlns:a="http://schemas.openxmlformats.org/drawingml/2006/main">
              <a:ext uri="{FF2B5EF4-FFF2-40B4-BE49-F238E27FC236}">
                <a16:creationId xmlns:a16="http://schemas.microsoft.com/office/drawing/2014/main" id="{E919C2A7-C666-4C2C-83FB-E3C99709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6192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SharePoint</a:t>
            </a:r>
          </a:p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OneDrive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6DACD-3965-4D48-9671-10D18B46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88" y="19812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D69A8-3D0E-4E46-B111-2F51263C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228725"/>
            <a:ext cx="10001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3444e8e314a97"/>
          <a:stretch xmlns:a="http://schemas.openxmlformats.org/drawingml/2006/main"/>
        </p:blipFill>
        <p:spPr>
          <a:xfrm xmlns:a="http://schemas.openxmlformats.org/drawingml/2006/main">
            <a:off x="4057650" y="1323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5" name="GitHub">
            <a:extLst xmlns:a="http://schemas.openxmlformats.org/drawingml/2006/main">
              <a:ext uri="{FF2B5EF4-FFF2-40B4-BE49-F238E27FC236}">
                <a16:creationId xmlns:a16="http://schemas.microsoft.com/office/drawing/2014/main" id="{BAFBE89C-54AC-4FFB-8153-A0C4439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6192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75B3A-F3D5-45A6-83FE-613263A9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19812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CDD98-0C8E-47E6-9A46-1DC67CFB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228725"/>
            <a:ext cx="10001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1e5d6ea6f4736"/>
          <a:stretch xmlns:a="http://schemas.openxmlformats.org/drawingml/2006/main"/>
        </p:blipFill>
        <p:spPr>
          <a:xfrm xmlns:a="http://schemas.openxmlformats.org/drawingml/2006/main">
            <a:off x="5162550" y="1323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9" name="Jira">
            <a:extLst xmlns:a="http://schemas.openxmlformats.org/drawingml/2006/main">
              <a:ext uri="{FF2B5EF4-FFF2-40B4-BE49-F238E27FC236}">
                <a16:creationId xmlns:a16="http://schemas.microsoft.com/office/drawing/2014/main" id="{BF8D4C01-0BFD-4904-9A71-CE1A9C78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192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Jira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249C08-E645-40E1-B702-F8D8D0F7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088" y="19812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FC2D30-F93E-4586-94D3-5F3FCDF0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28725"/>
            <a:ext cx="10001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9ab2d781024ce8"/>
          <a:stretch xmlns:a="http://schemas.openxmlformats.org/drawingml/2006/main"/>
        </p:blipFill>
        <p:spPr>
          <a:xfrm xmlns:a="http://schemas.openxmlformats.org/drawingml/2006/main">
            <a:off x="6267450" y="1323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ServiceNow">
            <a:extLst xmlns:a="http://schemas.openxmlformats.org/drawingml/2006/main">
              <a:ext uri="{FF2B5EF4-FFF2-40B4-BE49-F238E27FC236}">
                <a16:creationId xmlns:a16="http://schemas.microsoft.com/office/drawing/2014/main" id="{22C9B6FB-A7E9-4A4F-8F83-FB7B47A6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6192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ServiceNow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03680C-F9B4-451C-94C9-C1E079B9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988" y="19812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D8A0B-97F0-4A69-BE57-95101445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228725"/>
            <a:ext cx="10001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eb2443cb5446c"/>
          <a:stretch xmlns:a="http://schemas.openxmlformats.org/drawingml/2006/main"/>
        </p:blipFill>
        <p:spPr>
          <a:xfrm xmlns:a="http://schemas.openxmlformats.org/drawingml/2006/main">
            <a:off x="7372350" y="1323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Add more">
            <a:extLst xmlns:a="http://schemas.openxmlformats.org/drawingml/2006/main">
              <a:ext uri="{FF2B5EF4-FFF2-40B4-BE49-F238E27FC236}">
                <a16:creationId xmlns:a16="http://schemas.microsoft.com/office/drawing/2014/main" id="{60F370D0-BEA4-441A-B080-89488E02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192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Add more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5064FD-124B-4BEE-86ED-7AA3BD2D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19812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F1D746-22F3-40F5-ABEB-5D69BA78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2114550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30" name="Ingest">
            <a:extLst xmlns:a="http://schemas.openxmlformats.org/drawingml/2006/main">
              <a:ext uri="{FF2B5EF4-FFF2-40B4-BE49-F238E27FC236}">
                <a16:creationId xmlns:a16="http://schemas.microsoft.com/office/drawing/2014/main" id="{05DD9BD6-4FCA-4F23-967B-75F1DAE1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384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Ingest</a:t>
            </a:r>
          </a:p>
        </p:txBody>
      </p:sp>
      <p:sp>
        <p:nvSpPr>
          <p:cNvPr id="31" name="safe &amp;&#10;traceable">
            <a:extLst xmlns:a="http://schemas.openxmlformats.org/drawingml/2006/main">
              <a:ext uri="{FF2B5EF4-FFF2-40B4-BE49-F238E27FC236}">
                <a16:creationId xmlns:a16="http://schemas.microsoft.com/office/drawing/2014/main" id="{73EFC4E9-730E-43A9-AA85-66EA4F01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714625"/>
            <a:ext cx="1028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safe &amp;</a:t>
            </a:r>
          </a:p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traceable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0FD235-D857-4B60-A5BC-2AA720C0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3622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33" name="Secure upload">
            <a:extLst xmlns:a="http://schemas.openxmlformats.org/drawingml/2006/main">
              <a:ext uri="{FF2B5EF4-FFF2-40B4-BE49-F238E27FC236}">
                <a16:creationId xmlns:a16="http://schemas.microsoft.com/office/drawing/2014/main" id="{A51647AC-5AFE-4CFF-9C61-3364AED5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479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Secure upload</a:t>
            </a:r>
          </a:p>
        </p:txBody>
      </p:sp>
      <p:sp>
        <p:nvSpPr>
          <p:cNvPr id="34" name="held privately">
            <a:extLst xmlns:a="http://schemas.openxmlformats.org/drawingml/2006/main">
              <a:ext uri="{FF2B5EF4-FFF2-40B4-BE49-F238E27FC236}">
                <a16:creationId xmlns:a16="http://schemas.microsoft.com/office/drawing/2014/main" id="{313FDC17-9B35-4C8A-8FC5-FC6F254A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860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held privately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496A9E-8D20-4962-81B2-081EBB0E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622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36" name="Security scan">
            <a:extLst xmlns:a="http://schemas.openxmlformats.org/drawingml/2006/main">
              <a:ext uri="{FF2B5EF4-FFF2-40B4-BE49-F238E27FC236}">
                <a16:creationId xmlns:a16="http://schemas.microsoft.com/office/drawing/2014/main" id="{44146780-DDC0-4C4A-9144-C56BFA3B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479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Security scan</a:t>
            </a:r>
          </a:p>
        </p:txBody>
      </p:sp>
      <p:sp>
        <p:nvSpPr>
          <p:cNvPr id="37" name="unsafe files blocked">
            <a:extLst xmlns:a="http://schemas.openxmlformats.org/drawingml/2006/main">
              <a:ext uri="{FF2B5EF4-FFF2-40B4-BE49-F238E27FC236}">
                <a16:creationId xmlns:a16="http://schemas.microsoft.com/office/drawing/2014/main" id="{07E8A094-0BC4-4A89-BAA6-10B3930D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6860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unsafe files blocked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3403D7-D9AC-4671-8CE2-49CA1424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3622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39" name="To Markdown">
            <a:extLst xmlns:a="http://schemas.openxmlformats.org/drawingml/2006/main">
              <a:ext uri="{FF2B5EF4-FFF2-40B4-BE49-F238E27FC236}">
                <a16:creationId xmlns:a16="http://schemas.microsoft.com/office/drawing/2014/main" id="{7EC8710F-AFAD-47B6-BA71-A4B91BB1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479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To Markdown</a:t>
            </a:r>
          </a:p>
        </p:txBody>
      </p:sp>
      <p:sp>
        <p:nvSpPr>
          <p:cNvPr id="40" name="converted offline">
            <a:extLst xmlns:a="http://schemas.openxmlformats.org/drawingml/2006/main">
              <a:ext uri="{FF2B5EF4-FFF2-40B4-BE49-F238E27FC236}">
                <a16:creationId xmlns:a16="http://schemas.microsoft.com/office/drawing/2014/main" id="{69FBB8D1-D254-4CB7-96EE-E293899E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converted offline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2A617A-2840-4B90-85A2-75841A18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solidFill>
              <a:srgbClr val="132D46"/>
            </a:solidFill>
          </a:ln>
        </p:spPr>
      </p:sp>
      <p:sp>
        <p:nvSpPr>
          <p:cNvPr id="42" name="Knowledge">
            <a:extLst xmlns:a="http://schemas.openxmlformats.org/drawingml/2006/main">
              <a:ext uri="{FF2B5EF4-FFF2-40B4-BE49-F238E27FC236}">
                <a16:creationId xmlns:a16="http://schemas.microsoft.com/office/drawing/2014/main" id="{7943D326-E88A-4888-8571-C4AA87B1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479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43" name="version controlled">
            <a:extLst xmlns:a="http://schemas.openxmlformats.org/drawingml/2006/main">
              <a:ext uri="{FF2B5EF4-FFF2-40B4-BE49-F238E27FC236}">
                <a16:creationId xmlns:a16="http://schemas.microsoft.com/office/drawing/2014/main" id="{62609116-CED0-44C0-B6EF-10B906C9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860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8E7E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8E7ED"/>
                </a:solidFill>
                <a:latin typeface="Arial"/>
                <a:ea typeface="Arial"/>
                <a:cs typeface="Arial"/>
              </a:rPr>
              <a:t>version controlled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535960-06D8-4874-8DD6-1423A3C8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849" y="211407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227" name=""/>
          <p:cNvCxnSpPr>
            <a:stCxn xmlns:a="http://schemas.openxmlformats.org/drawingml/2006/main" id="44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2219325" y="2115027"/>
            <a:ext cx="1" cy="24717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228" name="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981325" y="265747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229" name=""/>
          <p:cNvCxnSpPr>
            <a:stCxn xmlns:a="http://schemas.openxmlformats.org/drawingml/2006/main" id="35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4686300" y="265747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230" name=""/>
          <p:cNvCxnSpPr>
            <a:stCxn xmlns:a="http://schemas.openxmlformats.org/drawingml/2006/main" id="3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6391275" y="265747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49" name="FORMATS">
            <a:extLst xmlns:a="http://schemas.openxmlformats.org/drawingml/2006/main">
              <a:ext uri="{FF2B5EF4-FFF2-40B4-BE49-F238E27FC236}">
                <a16:creationId xmlns:a16="http://schemas.microsoft.com/office/drawing/2014/main" id="{0E039864-44BA-456C-A3A9-9115E94F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19425"/>
            <a:ext cx="714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FORMATS</a:t>
            </a:r>
          </a:p>
        </p:txBody>
      </p:sp>
      <p:sp>
        <p:nvSpPr>
          <p:cNvPr id="50" name="PDF · Word · Excel · PowerPoint · Outlook · HTML ·">
            <a:extLst xmlns:a="http://schemas.openxmlformats.org/drawingml/2006/main">
              <a:ext uri="{FF2B5EF4-FFF2-40B4-BE49-F238E27FC236}">
                <a16:creationId xmlns:a16="http://schemas.microsoft.com/office/drawing/2014/main" id="{3F13521F-D5B7-45FE-BEA8-2795836B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019425"/>
            <a:ext cx="5943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PDF · Word · Excel · PowerPoint · Outlook · HTML · CSV · JSON · XML · Text</a:t>
            </a:r>
          </a:p>
        </p:txBody>
      </p:sp>
      <p:sp>
        <p:nvSpPr>
          <p:cNvPr id="51" name="Know &amp;&#10;Act">
            <a:extLst xmlns:a="http://schemas.openxmlformats.org/drawingml/2006/main">
              <a:ext uri="{FF2B5EF4-FFF2-40B4-BE49-F238E27FC236}">
                <a16:creationId xmlns:a16="http://schemas.microsoft.com/office/drawing/2014/main" id="{12C58152-09A6-45C1-8F39-C08E1E4D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48125"/>
            <a:ext cx="1019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Know &amp;</a:t>
            </a:r>
          </a:p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52" name="sealed per&#10;application">
            <a:extLst xmlns:a="http://schemas.openxmlformats.org/drawingml/2006/main">
              <a:ext uri="{FF2B5EF4-FFF2-40B4-BE49-F238E27FC236}">
                <a16:creationId xmlns:a16="http://schemas.microsoft.com/office/drawing/2014/main" id="{7CACEE09-D623-4A60-B051-1651F9C9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562475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sealed per</a:t>
            </a:r>
          </a:p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57F147-D871-4C72-AAB0-7EE841C8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F7BC49-7691-4BBE-8C1E-6CE7C65B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48025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055017-8104-4E7B-AD58-9404364A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48025"/>
            <a:ext cx="0" cy="1819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4FAD0E0-FA95-4299-8F35-1C65D021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43275"/>
            <a:ext cx="6648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57" name="CODE FACTORY">
            <a:extLst xmlns:a="http://schemas.openxmlformats.org/drawingml/2006/main">
              <a:ext uri="{FF2B5EF4-FFF2-40B4-BE49-F238E27FC236}">
                <a16:creationId xmlns:a16="http://schemas.microsoft.com/office/drawing/2014/main" id="{8C100ADF-A590-4DFB-B647-3E4B46AD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81375"/>
            <a:ext cx="2286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CODE FACTORY</a:t>
            </a:r>
          </a:p>
        </p:txBody>
      </p:sp>
      <p:sp>
        <p:nvSpPr>
          <p:cNvPr id="58" name="USES">
            <a:extLst xmlns:a="http://schemas.openxmlformats.org/drawingml/2006/main">
              <a:ext uri="{FF2B5EF4-FFF2-40B4-BE49-F238E27FC236}">
                <a16:creationId xmlns:a16="http://schemas.microsoft.com/office/drawing/2014/main" id="{5BF1EB1F-FD05-413E-BE4C-2C6CF90D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0045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4FBF1D5-A3BA-4F06-8C19-32DEA006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00450"/>
            <a:ext cx="19081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2"/>
          </a:solidFill>
          <a:ln xmlns:a="http://schemas.openxmlformats.org/drawingml/2006/main" w="9525">
            <a:solidFill>
              <a:srgbClr val="A5B9CC"/>
            </a:solidFill>
          </a:ln>
        </p:spPr>
      </p:sp>
      <p:sp>
        <p:nvSpPr>
          <p:cNvPr id="60" name="Project docs">
            <a:extLst xmlns:a="http://schemas.openxmlformats.org/drawingml/2006/main">
              <a:ext uri="{FF2B5EF4-FFF2-40B4-BE49-F238E27FC236}">
                <a16:creationId xmlns:a16="http://schemas.microsoft.com/office/drawing/2014/main" id="{F4A7B02C-FD59-4DD3-84B0-E175B07D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19500"/>
            <a:ext cx="1812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Project docs</a:t>
            </a:r>
          </a:p>
        </p:txBody>
      </p:sp>
      <p:sp>
        <p:nvSpPr>
          <p:cNvPr id="61" name="knowledge graph">
            <a:extLst xmlns:a="http://schemas.openxmlformats.org/drawingml/2006/main">
              <a:ext uri="{FF2B5EF4-FFF2-40B4-BE49-F238E27FC236}">
                <a16:creationId xmlns:a16="http://schemas.microsoft.com/office/drawing/2014/main" id="{D01D0142-DFA7-460E-8B68-44093AC1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819525"/>
            <a:ext cx="1812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knowledge graph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3C9DEA-72FC-44A1-AF13-DAFDE6F0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825" y="3600450"/>
            <a:ext cx="19081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2"/>
          </a:solidFill>
          <a:ln xmlns:a="http://schemas.openxmlformats.org/drawingml/2006/main" w="9525">
            <a:solidFill>
              <a:srgbClr val="A5B9CC"/>
            </a:solidFill>
          </a:ln>
        </p:spPr>
      </p:sp>
      <p:sp>
        <p:nvSpPr>
          <p:cNvPr id="63" name="Code">
            <a:extLst xmlns:a="http://schemas.openxmlformats.org/drawingml/2006/main">
              <a:ext uri="{FF2B5EF4-FFF2-40B4-BE49-F238E27FC236}">
                <a16:creationId xmlns:a16="http://schemas.microsoft.com/office/drawing/2014/main" id="{83A56ABF-FC56-4544-B775-A60F3C9D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3619500"/>
            <a:ext cx="1812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64" name="code graph">
            <a:extLst xmlns:a="http://schemas.openxmlformats.org/drawingml/2006/main">
              <a:ext uri="{FF2B5EF4-FFF2-40B4-BE49-F238E27FC236}">
                <a16:creationId xmlns:a16="http://schemas.microsoft.com/office/drawing/2014/main" id="{8C991E88-BE2F-4294-A8C2-0D6C906A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3819525"/>
            <a:ext cx="1812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code graph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CE7EA7D-E123-441E-A057-F4604DB9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3600450"/>
            <a:ext cx="19081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2"/>
          </a:solidFill>
          <a:ln xmlns:a="http://schemas.openxmlformats.org/drawingml/2006/main" w="9525">
            <a:solidFill>
              <a:srgbClr val="A5B9CC"/>
            </a:solidFill>
          </a:ln>
        </p:spPr>
      </p:sp>
      <p:sp>
        <p:nvSpPr>
          <p:cNvPr id="66" name="Bug">
            <a:extLst xmlns:a="http://schemas.openxmlformats.org/drawingml/2006/main">
              <a:ext uri="{FF2B5EF4-FFF2-40B4-BE49-F238E27FC236}">
                <a16:creationId xmlns:a16="http://schemas.microsoft.com/office/drawing/2014/main" id="{78D9A024-9134-4ABC-AE49-8DF29C27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975" y="3619500"/>
            <a:ext cx="1812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Bug</a:t>
            </a:r>
          </a:p>
        </p:txBody>
      </p:sp>
      <p:sp>
        <p:nvSpPr>
          <p:cNvPr id="67" name="from ticket">
            <a:extLst xmlns:a="http://schemas.openxmlformats.org/drawingml/2006/main">
              <a:ext uri="{FF2B5EF4-FFF2-40B4-BE49-F238E27FC236}">
                <a16:creationId xmlns:a16="http://schemas.microsoft.com/office/drawing/2014/main" id="{C75F76BB-5FFD-4FA9-B1A9-982F8436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975" y="3819525"/>
            <a:ext cx="1812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from ticket</a:t>
            </a:r>
          </a:p>
        </p:txBody>
      </p:sp>
      <p:sp>
        <p:nvSpPr>
          <p:cNvPr id="68" name="RUNS">
            <a:extLst xmlns:a="http://schemas.openxmlformats.org/drawingml/2006/main">
              <a:ext uri="{FF2B5EF4-FFF2-40B4-BE49-F238E27FC236}">
                <a16:creationId xmlns:a16="http://schemas.microsoft.com/office/drawing/2014/main" id="{B556BD04-2098-41D4-A2BC-4ADFD123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57675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3681E7A-FB0D-4108-8E06-0273C7D1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191000"/>
            <a:ext cx="708932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0" name="Pre-checks">
            <a:extLst xmlns:a="http://schemas.openxmlformats.org/drawingml/2006/main">
              <a:ext uri="{FF2B5EF4-FFF2-40B4-BE49-F238E27FC236}">
                <a16:creationId xmlns:a16="http://schemas.microsoft.com/office/drawing/2014/main" id="{912354F6-3E02-4F4C-919A-03729A0B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00525"/>
            <a:ext cx="67083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Pre-checks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AAC764-3236-448A-A9F9-69B2569B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682" y="4191000"/>
            <a:ext cx="708932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2" name="Analysis">
            <a:extLst xmlns:a="http://schemas.openxmlformats.org/drawingml/2006/main">
              <a:ext uri="{FF2B5EF4-FFF2-40B4-BE49-F238E27FC236}">
                <a16:creationId xmlns:a16="http://schemas.microsoft.com/office/drawing/2014/main" id="{15762D73-CA21-4B28-A238-4E29BB9F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732" y="4200525"/>
            <a:ext cx="67083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420D697-6905-4F22-BA8A-2CD1FAD2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064" y="4191000"/>
            <a:ext cx="708932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4" name="Approve gaps">
            <a:extLst xmlns:a="http://schemas.openxmlformats.org/drawingml/2006/main">
              <a:ext uri="{FF2B5EF4-FFF2-40B4-BE49-F238E27FC236}">
                <a16:creationId xmlns:a16="http://schemas.microsoft.com/office/drawing/2014/main" id="{E55B0E7F-2F6D-4864-A1F6-4D78C939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114" y="4200525"/>
            <a:ext cx="67083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 gaps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03806AD-F26A-49D4-A0E7-37B370E6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0446" y="4191000"/>
            <a:ext cx="708932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6" name="Agents">
            <a:extLst xmlns:a="http://schemas.openxmlformats.org/drawingml/2006/main">
              <a:ext uri="{FF2B5EF4-FFF2-40B4-BE49-F238E27FC236}">
                <a16:creationId xmlns:a16="http://schemas.microsoft.com/office/drawing/2014/main" id="{A9C9EF44-67DA-442B-8B73-354A858A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496" y="4200525"/>
            <a:ext cx="67083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F19C882-1183-4F11-A4C3-3759488E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829" y="4191000"/>
            <a:ext cx="708932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8" name="Pull request">
            <a:extLst xmlns:a="http://schemas.openxmlformats.org/drawingml/2006/main">
              <a:ext uri="{FF2B5EF4-FFF2-40B4-BE49-F238E27FC236}">
                <a16:creationId xmlns:a16="http://schemas.microsoft.com/office/drawing/2014/main" id="{D782A54C-FE9F-4B21-B4CA-D19F333A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879" y="4200525"/>
            <a:ext cx="67083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Pull request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F46C4F6-B4F9-4441-8DED-A0A619BD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211" y="4191000"/>
            <a:ext cx="708932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80" name="Tests">
            <a:extLst xmlns:a="http://schemas.openxmlformats.org/drawingml/2006/main">
              <a:ext uri="{FF2B5EF4-FFF2-40B4-BE49-F238E27FC236}">
                <a16:creationId xmlns:a16="http://schemas.microsoft.com/office/drawing/2014/main" id="{E33D0426-D519-49CD-88C8-F48CA683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261" y="4200525"/>
            <a:ext cx="67083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D1BF61B-2354-42C6-80C0-3947DD5A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593" y="4191000"/>
            <a:ext cx="708932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82" name="Re-sync">
            <a:extLst xmlns:a="http://schemas.openxmlformats.org/drawingml/2006/main">
              <a:ext uri="{FF2B5EF4-FFF2-40B4-BE49-F238E27FC236}">
                <a16:creationId xmlns:a16="http://schemas.microsoft.com/office/drawing/2014/main" id="{80F983DC-727F-4EFD-B8C5-0731BFED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643" y="4200525"/>
            <a:ext cx="67083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Re-sync</a:t>
            </a:r>
          </a:p>
        </p:txBody>
      </p:sp>
      <p:cxnSp>
        <p:nvCxnSpPr>
          <p:cNvPr id="265" name=""/>
          <p:cNvCxnSpPr>
            <a:stCxn xmlns:a="http://schemas.openxmlformats.org/drawingml/2006/main" id="69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2728232" y="433863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66" name=""/>
          <p:cNvCxnSpPr>
            <a:stCxn xmlns:a="http://schemas.openxmlformats.org/drawingml/2006/main" id="71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3608614" y="433863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67" name=""/>
          <p:cNvCxnSpPr>
            <a:stCxn xmlns:a="http://schemas.openxmlformats.org/drawingml/2006/main" id="73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4488996" y="433863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68" name=""/>
          <p:cNvCxnSpPr>
            <a:stCxn xmlns:a="http://schemas.openxmlformats.org/drawingml/2006/main" id="75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5369378" y="4338638"/>
            <a:ext cx="171451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69" name=""/>
          <p:cNvCxnSpPr>
            <a:stCxn xmlns:a="http://schemas.openxmlformats.org/drawingml/2006/main" id="77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6249761" y="433863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70" name=""/>
          <p:cNvCxnSpPr>
            <a:stCxn xmlns:a="http://schemas.openxmlformats.org/drawingml/2006/main" id="79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7130143" y="433863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C30C540-7832-4EE3-B795-CCB9A53F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388" y="401002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46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6698F21-BAD0-482A-AD34-2120354F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401002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46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6BEA988-A695-4EF9-9CA3-02A5AA70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438" y="401002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46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B912FB3-2891-4D0A-8D17-B2C36876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766" y="4095750"/>
            <a:ext cx="46826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46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5BA46E3-0607-47F1-B456-A4E8700C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290" y="409527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276" name=""/>
          <p:cNvCxnSpPr>
            <a:stCxn xmlns:a="http://schemas.openxmlformats.org/drawingml/2006/main" id="93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 flipH="1">
            <a:off x="2373766" y="4096227"/>
            <a:ext cx="1" cy="9477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577C6AB-0AD8-4BEA-B46C-B6979328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024" y="38095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278" name=""/>
          <p:cNvCxnSpPr>
            <a:stCxn xmlns:a="http://schemas.openxmlformats.org/drawingml/2006/main" id="95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 flipV="1">
            <a:off x="1333977" y="3805238"/>
            <a:ext cx="685323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C9532A1-A3AA-4C54-87B5-4DB8347C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00575"/>
            <a:ext cx="6648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98" name="SERVICEOPS">
            <a:extLst xmlns:a="http://schemas.openxmlformats.org/drawingml/2006/main">
              <a:ext uri="{FF2B5EF4-FFF2-40B4-BE49-F238E27FC236}">
                <a16:creationId xmlns:a16="http://schemas.microsoft.com/office/drawing/2014/main" id="{75944554-9661-433A-88E9-E4CD9358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38675"/>
            <a:ext cx="2286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SERVICEOPS</a:t>
            </a:r>
          </a:p>
        </p:txBody>
      </p:sp>
      <p:sp>
        <p:nvSpPr>
          <p:cNvPr id="99" name="USES">
            <a:extLst xmlns:a="http://schemas.openxmlformats.org/drawingml/2006/main">
              <a:ext uri="{FF2B5EF4-FFF2-40B4-BE49-F238E27FC236}">
                <a16:creationId xmlns:a16="http://schemas.microsoft.com/office/drawing/2014/main" id="{6982DD45-A6B2-4FF3-BA69-698BD177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5775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88A79D8-DEC6-4C63-8543-21B43584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57750"/>
            <a:ext cx="139779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D"/>
          </a:solidFill>
          <a:ln xmlns:a="http://schemas.openxmlformats.org/drawingml/2006/main" w="9525">
            <a:solidFill>
              <a:srgbClr val="90BDB6"/>
            </a:solidFill>
          </a:ln>
        </p:spPr>
      </p:sp>
      <p:sp>
        <p:nvSpPr>
          <p:cNvPr id="101" name="Knowledge">
            <a:extLst xmlns:a="http://schemas.openxmlformats.org/drawingml/2006/main">
              <a:ext uri="{FF2B5EF4-FFF2-40B4-BE49-F238E27FC236}">
                <a16:creationId xmlns:a16="http://schemas.microsoft.com/office/drawing/2014/main" id="{F6B54061-0B68-4DA9-A0CE-8ABD532C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876800"/>
            <a:ext cx="1302544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102" name="app graph">
            <a:extLst xmlns:a="http://schemas.openxmlformats.org/drawingml/2006/main">
              <a:ext uri="{FF2B5EF4-FFF2-40B4-BE49-F238E27FC236}">
                <a16:creationId xmlns:a16="http://schemas.microsoft.com/office/drawing/2014/main" id="{3A9AA070-A741-4749-ADC7-6B4C9B33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76825"/>
            <a:ext cx="1302544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app graph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0317138-1C04-4247-B0FA-103ADE3D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444" y="4857750"/>
            <a:ext cx="139779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D"/>
          </a:solidFill>
          <a:ln xmlns:a="http://schemas.openxmlformats.org/drawingml/2006/main" w="9525">
            <a:solidFill>
              <a:srgbClr val="90BDB6"/>
            </a:solidFill>
          </a:ln>
        </p:spPr>
      </p:sp>
      <p:sp>
        <p:nvSpPr>
          <p:cNvPr id="104" name="History">
            <a:extLst xmlns:a="http://schemas.openxmlformats.org/drawingml/2006/main">
              <a:ext uri="{FF2B5EF4-FFF2-40B4-BE49-F238E27FC236}">
                <a16:creationId xmlns:a16="http://schemas.microsoft.com/office/drawing/2014/main" id="{A12B9B48-995D-4C7B-9308-012C983B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4876800"/>
            <a:ext cx="1302544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105" name="past incidents">
            <a:extLst xmlns:a="http://schemas.openxmlformats.org/drawingml/2006/main">
              <a:ext uri="{FF2B5EF4-FFF2-40B4-BE49-F238E27FC236}">
                <a16:creationId xmlns:a16="http://schemas.microsoft.com/office/drawing/2014/main" id="{231AC0E4-A7C3-4786-B5CD-288E9C98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5076825"/>
            <a:ext cx="1302544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past incidents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15686C4-2386-4CB8-B556-2AC0FEEB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88" y="4857750"/>
            <a:ext cx="139779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D"/>
          </a:solidFill>
          <a:ln xmlns:a="http://schemas.openxmlformats.org/drawingml/2006/main" w="9525">
            <a:solidFill>
              <a:srgbClr val="90BDB6"/>
            </a:solidFill>
          </a:ln>
        </p:spPr>
      </p:sp>
      <p:sp>
        <p:nvSpPr>
          <p:cNvPr id="107" name="Changes">
            <a:extLst xmlns:a="http://schemas.openxmlformats.org/drawingml/2006/main">
              <a:ext uri="{FF2B5EF4-FFF2-40B4-BE49-F238E27FC236}">
                <a16:creationId xmlns:a16="http://schemas.microsoft.com/office/drawing/2014/main" id="{12CEA934-2C7C-495E-B15A-E323FC53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213" y="4876800"/>
            <a:ext cx="1302544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Changes</a:t>
            </a:r>
          </a:p>
        </p:txBody>
      </p:sp>
      <p:sp>
        <p:nvSpPr>
          <p:cNvPr id="108" name="same CI">
            <a:extLst xmlns:a="http://schemas.openxmlformats.org/drawingml/2006/main">
              <a:ext uri="{FF2B5EF4-FFF2-40B4-BE49-F238E27FC236}">
                <a16:creationId xmlns:a16="http://schemas.microsoft.com/office/drawing/2014/main" id="{355284C8-442D-4511-A059-02B208F2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213" y="5076825"/>
            <a:ext cx="1302544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same CI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D966905-DE29-4776-B28F-ED83B884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731" y="4857750"/>
            <a:ext cx="139779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D"/>
          </a:solidFill>
          <a:ln xmlns:a="http://schemas.openxmlformats.org/drawingml/2006/main" w="9525">
            <a:solidFill>
              <a:srgbClr val="90BDB6"/>
            </a:solidFill>
          </a:ln>
        </p:spPr>
      </p:sp>
      <p:sp>
        <p:nvSpPr>
          <p:cNvPr id="110" name="Incident">
            <a:extLst xmlns:a="http://schemas.openxmlformats.org/drawingml/2006/main">
              <a:ext uri="{FF2B5EF4-FFF2-40B4-BE49-F238E27FC236}">
                <a16:creationId xmlns:a16="http://schemas.microsoft.com/office/drawing/2014/main" id="{CFA33D59-2780-4D93-8D2A-492EFBAF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356" y="4876800"/>
            <a:ext cx="1302544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Incident</a:t>
            </a:r>
          </a:p>
        </p:txBody>
      </p:sp>
      <p:sp>
        <p:nvSpPr>
          <p:cNvPr id="111" name="new ticket">
            <a:extLst xmlns:a="http://schemas.openxmlformats.org/drawingml/2006/main">
              <a:ext uri="{FF2B5EF4-FFF2-40B4-BE49-F238E27FC236}">
                <a16:creationId xmlns:a16="http://schemas.microsoft.com/office/drawing/2014/main" id="{07428AD6-9966-4CBB-85D4-47B99080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356" y="5076825"/>
            <a:ext cx="1302544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new ticket</a:t>
            </a:r>
          </a:p>
        </p:txBody>
      </p:sp>
      <p:sp>
        <p:nvSpPr>
          <p:cNvPr id="112" name="RUNS">
            <a:extLst xmlns:a="http://schemas.openxmlformats.org/drawingml/2006/main">
              <a:ext uri="{FF2B5EF4-FFF2-40B4-BE49-F238E27FC236}">
                <a16:creationId xmlns:a16="http://schemas.microsoft.com/office/drawing/2014/main" id="{F3A12F13-95A3-40EC-9D29-0496A830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14975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4329E58-B217-4426-B290-F2E98494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48300"/>
            <a:ext cx="106108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14" name="Evidence">
            <a:extLst xmlns:a="http://schemas.openxmlformats.org/drawingml/2006/main">
              <a:ext uri="{FF2B5EF4-FFF2-40B4-BE49-F238E27FC236}">
                <a16:creationId xmlns:a16="http://schemas.microsoft.com/office/drawing/2014/main" id="{E6698D6C-7BF8-4BE7-B2F1-112E661F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57825"/>
            <a:ext cx="102298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09A1922-42C8-4F1C-85A8-16CBA72B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835" y="5448300"/>
            <a:ext cx="106108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16" name="Redact">
            <a:extLst xmlns:a="http://schemas.openxmlformats.org/drawingml/2006/main">
              <a:ext uri="{FF2B5EF4-FFF2-40B4-BE49-F238E27FC236}">
                <a16:creationId xmlns:a16="http://schemas.microsoft.com/office/drawing/2014/main" id="{4EE7BB34-4F04-4B10-A214-BDD1ED01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885" y="5457825"/>
            <a:ext cx="102298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Redact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BF54907-2EA3-4251-AC4F-69E9A840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370" y="5448300"/>
            <a:ext cx="106108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18" name="Hypotheses">
            <a:extLst xmlns:a="http://schemas.openxmlformats.org/drawingml/2006/main">
              <a:ext uri="{FF2B5EF4-FFF2-40B4-BE49-F238E27FC236}">
                <a16:creationId xmlns:a16="http://schemas.microsoft.com/office/drawing/2014/main" id="{A5CCF3AB-11BB-4236-9524-D70F00EF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420" y="5457825"/>
            <a:ext cx="102298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CEE260C-19E9-48FC-AC19-6FC71D6D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905" y="5448300"/>
            <a:ext cx="106108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20" name="Verify &amp; score">
            <a:extLst xmlns:a="http://schemas.openxmlformats.org/drawingml/2006/main">
              <a:ext uri="{FF2B5EF4-FFF2-40B4-BE49-F238E27FC236}">
                <a16:creationId xmlns:a16="http://schemas.microsoft.com/office/drawing/2014/main" id="{52585E60-F91A-4D55-9088-4D18E9F2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955" y="5457825"/>
            <a:ext cx="102298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 &amp; score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0727FFB-A24D-4AA1-BC9E-12CAB962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448300"/>
            <a:ext cx="106108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22" name="Responder decides">
            <a:extLst xmlns:a="http://schemas.openxmlformats.org/drawingml/2006/main">
              <a:ext uri="{FF2B5EF4-FFF2-40B4-BE49-F238E27FC236}">
                <a16:creationId xmlns:a16="http://schemas.microsoft.com/office/drawing/2014/main" id="{7B70A9A2-7D76-4153-BAD8-BD050830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5457825"/>
            <a:ext cx="102298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Responder decides</a:t>
            </a:r>
          </a:p>
        </p:txBody>
      </p:sp>
      <p:cxnSp>
        <p:nvCxnSpPr>
          <p:cNvPr id="305" name=""/>
          <p:cNvCxnSpPr>
            <a:stCxn xmlns:a="http://schemas.openxmlformats.org/drawingml/2006/main" id="113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3080385" y="559593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306" name=""/>
          <p:cNvCxnSpPr>
            <a:stCxn xmlns:a="http://schemas.openxmlformats.org/drawingml/2006/main" id="115" idx="3"/>
            <a:endCxn xmlns:a="http://schemas.openxmlformats.org/drawingml/2006/main" id="117" idx="1"/>
          </p:cNvCxnSpPr>
          <p:nvPr/>
        </p:nvCxnSpPr>
        <p:spPr>
          <a:xfrm xmlns:a="http://schemas.openxmlformats.org/drawingml/2006/main">
            <a:off x="4312920" y="559593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307" name=""/>
          <p:cNvCxnSpPr>
            <a:stCxn xmlns:a="http://schemas.openxmlformats.org/drawingml/2006/main" id="117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5545455" y="559593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308" name=""/>
          <p:cNvCxnSpPr>
            <a:stCxn xmlns:a="http://schemas.openxmlformats.org/drawingml/2006/main" id="119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6777990" y="559593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548BF3B-5D18-40A6-9870-4766F8A7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197" y="526732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418DC26-FA11-45A9-8491-3293F840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341" y="526732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C22B5FE-5C66-4239-B8D7-2B3AF158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484" y="526732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4A481B8-18AD-4535-A7D1-711D3CF2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628" y="526732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6FA8B7D-6E4D-4693-8C1E-C3D30EDF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843" y="5353050"/>
            <a:ext cx="47617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9B4E364-08E3-4125-8502-31451310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366" y="535257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15" name=""/>
          <p:cNvCxnSpPr>
            <a:stCxn xmlns:a="http://schemas.openxmlformats.org/drawingml/2006/main" id="132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2549843" y="5353527"/>
            <a:ext cx="0" cy="9477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7E50691-1337-4AB5-B81B-6EB04849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024" y="50668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17" name=""/>
          <p:cNvCxnSpPr>
            <a:stCxn xmlns:a="http://schemas.openxmlformats.org/drawingml/2006/main" id="134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 flipV="1">
            <a:off x="1333977" y="5062538"/>
            <a:ext cx="685323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4BBEF3C-F5A0-4430-AACE-6149AE3A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899" y="433816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19" name=""/>
          <p:cNvCxnSpPr>
            <a:stCxn xmlns:a="http://schemas.openxmlformats.org/drawingml/2006/main" id="81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8010525" y="4338638"/>
            <a:ext cx="32337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6A22"/>
            </a:solidFill>
            <a:tailEnd type="none" w="sm" len="sm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E77581F-7A6E-4AD5-B063-09BE7FDB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899" y="559546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21" name=""/>
          <p:cNvCxnSpPr>
            <a:stCxn xmlns:a="http://schemas.openxmlformats.org/drawingml/2006/main" id="121" idx="3"/>
            <a:endCxn xmlns:a="http://schemas.openxmlformats.org/drawingml/2006/main" id="138" idx="1"/>
          </p:cNvCxnSpPr>
          <p:nvPr/>
        </p:nvCxnSpPr>
        <p:spPr>
          <a:xfrm xmlns:a="http://schemas.openxmlformats.org/drawingml/2006/main">
            <a:off x="8010525" y="5595938"/>
            <a:ext cx="32337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6A22"/>
            </a:solidFill>
            <a:tailEnd type="none" w="sm" len="sm"/>
          </a:ln>
        </p:spPr>
      </p:cxn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EE19FAC-DA08-4DB9-9029-1BBFCF57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57475"/>
            <a:ext cx="0" cy="29384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6A22"/>
            </a:solidFill>
            <a:prstDash val="dash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B9718C1-C439-411B-B0DB-F66868EC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899" y="26569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24" name=""/>
          <p:cNvCxnSpPr>
            <a:stCxn xmlns:a="http://schemas.openxmlformats.org/drawingml/2006/main" id="141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 flipV="1">
            <a:off x="8096250" y="2657475"/>
            <a:ext cx="23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6A22"/>
            </a:solidFill>
            <a:tailEnd type="triangle" w="sm" len="sm"/>
          </a:ln>
        </p:spPr>
      </p:cxnSp>
      <p:sp>
        <p:nvSpPr>
          <p:cNvPr id="143" name="results update the knowledge">
            <a:extLst xmlns:a="http://schemas.openxmlformats.org/drawingml/2006/main">
              <a:ext uri="{FF2B5EF4-FFF2-40B4-BE49-F238E27FC236}">
                <a16:creationId xmlns:a16="http://schemas.microsoft.com/office/drawing/2014/main" id="{DC03F879-251E-4D7C-A7B8-A3D5E299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80072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A66A2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A66A22"/>
                </a:solidFill>
                <a:latin typeface="Arial"/>
                <a:ea typeface="Arial"/>
                <a:cs typeface="Arial"/>
              </a:rPr>
              <a:t>results update the knowledge</a:t>
            </a:r>
          </a:p>
        </p:txBody>
      </p:sp>
      <p:pic>
        <p:nvPicPr>
          <p:cNvPr id="3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30ba2ba9d4721"/>
          <a:stretch xmlns:a="http://schemas.openxmlformats.org/drawingml/2006/main"/>
        </p:blipFill>
        <p:spPr>
          <a:xfrm xmlns:a="http://schemas.openxmlformats.org/drawingml/2006/main">
            <a:off x="2943225" y="3381375"/>
            <a:ext cx="133350" cy="133350"/>
          </a:xfrm>
          <a:prstGeom xmlns:a="http://schemas.openxmlformats.org/drawingml/2006/main" prst="rect">
            <a:avLst/>
          </a:prstGeom>
        </p:spPr>
      </p:pic>
      <p:pic>
        <p:nvPicPr>
          <p:cNvPr id="3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7d47766944c28"/>
          <a:stretch xmlns:a="http://schemas.openxmlformats.org/drawingml/2006/main"/>
        </p:blipFill>
        <p:spPr>
          <a:xfrm xmlns:a="http://schemas.openxmlformats.org/drawingml/2006/main">
            <a:off x="2686050" y="4638675"/>
            <a:ext cx="133350" cy="133350"/>
          </a:xfrm>
          <a:prstGeom xmlns:a="http://schemas.openxmlformats.org/drawingml/2006/main" prst="rect">
            <a:avLst/>
          </a:prstGeom>
        </p:spPr>
      </p:pic>
      <p:pic>
        <p:nvPicPr>
          <p:cNvPr id="3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60941a18642a3"/>
          <a:stretch xmlns:a="http://schemas.openxmlformats.org/drawingml/2006/main"/>
        </p:blipFill>
        <p:spPr>
          <a:xfrm xmlns:a="http://schemas.openxmlformats.org/drawingml/2006/main">
            <a:off x="1476375" y="60483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47" name="Access">
            <a:extLst xmlns:a="http://schemas.openxmlformats.org/drawingml/2006/main">
              <a:ext uri="{FF2B5EF4-FFF2-40B4-BE49-F238E27FC236}">
                <a16:creationId xmlns:a16="http://schemas.microsoft.com/office/drawing/2014/main" id="{30D03AB8-6B80-44A7-9EE6-FBA4483E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601980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148" name="Chat · REST API · MCP">
            <a:extLst xmlns:a="http://schemas.openxmlformats.org/drawingml/2006/main">
              <a:ext uri="{FF2B5EF4-FFF2-40B4-BE49-F238E27FC236}">
                <a16:creationId xmlns:a16="http://schemas.microsoft.com/office/drawing/2014/main" id="{79974D36-7BFF-4995-B42F-B42C81AA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019800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Chat · REST API · MCP</a:t>
            </a:r>
          </a:p>
        </p:txBody>
      </p:sp>
      <p:sp>
        <p:nvSpPr>
          <p:cNvPr id="149" name="for people and any AI tool">
            <a:extLst xmlns:a="http://schemas.openxmlformats.org/drawingml/2006/main">
              <a:ext uri="{FF2B5EF4-FFF2-40B4-BE49-F238E27FC236}">
                <a16:creationId xmlns:a16="http://schemas.microsoft.com/office/drawing/2014/main" id="{2B4A18FA-BDED-46AB-B853-578546C8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19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for people and any AI tool</a:t>
            </a:r>
          </a:p>
        </p:txBody>
      </p:sp>
      <p:sp>
        <p:nvSpPr>
          <p:cNvPr id="150" name="OpenAI or Claude">
            <a:extLst xmlns:a="http://schemas.openxmlformats.org/drawingml/2006/main">
              <a:ext uri="{FF2B5EF4-FFF2-40B4-BE49-F238E27FC236}">
                <a16:creationId xmlns:a16="http://schemas.microsoft.com/office/drawing/2014/main" id="{E03E2436-CDA6-4453-B52D-E8735685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293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OpenAI or Claude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8CFF1C5-C970-4DC2-957F-95A54106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60007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3AC27EC-C995-4E14-BA46-60BDBD54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62674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53" name="KEY FEATURES">
            <a:extLst xmlns:a="http://schemas.openxmlformats.org/drawingml/2006/main">
              <a:ext uri="{FF2B5EF4-FFF2-40B4-BE49-F238E27FC236}">
                <a16:creationId xmlns:a16="http://schemas.microsoft.com/office/drawing/2014/main" id="{8D234BB3-0D16-4502-B1EF-254BB46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38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KEY FEATURES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774F06D-2AC7-43BF-9CE0-D7BEDF55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1715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Organizations:  </a:t>
            </a:r>
            <a:r>
              <a:t>portfolio → product → application, access per app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6847141-40B5-4809-B194-62607C5A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859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Graph management:  </a:t>
            </a:r>
            <a:r>
              <a:t>source → graph → quality check → publish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F4C7DD6-3B30-4656-903A-62D84C01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00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Code Factory:  </a:t>
            </a:r>
            <a:r>
              <a:t>ticket → plan → approval → draft PR → Re-sync Knowledge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4511C5D-AB78-4242-A211-EC348380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ServiceOps:  </a:t>
            </a:r>
            <a:r>
              <a:t>incidents open with past fixes and recent changes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C7E1F01-1A6E-4D28-8B7E-B5EF57C4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288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Guided onboarding:  </a:t>
            </a:r>
            <a:r>
              <a:t>Onboarding checklist per application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254D0F8-8F59-4943-8DB9-9D64AB85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43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Usage tracking:  </a:t>
            </a:r>
            <a:r>
              <a:t>AI cost per call, per application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AD96B95-AE12-4C12-9073-9C87CE2E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575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Connectors:  </a:t>
            </a:r>
            <a:r>
              <a:t>Jira, ServiceNow and GitHub synced on a schedule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11D13BB-B820-41C4-9491-474E7612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480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62" name="KEY DIFFERENTIATORS">
            <a:extLst xmlns:a="http://schemas.openxmlformats.org/drawingml/2006/main">
              <a:ext uri="{FF2B5EF4-FFF2-40B4-BE49-F238E27FC236}">
                <a16:creationId xmlns:a16="http://schemas.microsoft.com/office/drawing/2014/main" id="{B78E5D03-A7FA-4950-A3F0-8431F866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528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KEY DIFFERENTIATORS</a:t>
            </a:r>
          </a:p>
        </p:txBody>
      </p:sp>
      <p:sp>
        <p:nvSpPr>
          <p:cNvPr id="163" name="Answers that prove themselves">
            <a:extLst xmlns:a="http://schemas.openxmlformats.org/drawingml/2006/main">
              <a:ext uri="{FF2B5EF4-FFF2-40B4-BE49-F238E27FC236}">
                <a16:creationId xmlns:a16="http://schemas.microsoft.com/office/drawing/2014/main" id="{CEAAB068-BC5B-472E-AE52-B37C7EAC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814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Answers that prove themselves</a:t>
            </a:r>
          </a:p>
        </p:txBody>
      </p:sp>
      <p:sp>
        <p:nvSpPr>
          <p:cNvPr id="164" name="Every answer is traceable to a verified source.">
            <a:extLst xmlns:a="http://schemas.openxmlformats.org/drawingml/2006/main">
              <a:ext uri="{FF2B5EF4-FFF2-40B4-BE49-F238E27FC236}">
                <a16:creationId xmlns:a16="http://schemas.microsoft.com/office/drawing/2014/main" id="{49032DAD-A0B0-4DA5-8834-4FB6DAC8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528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Every answer is traceable to a verified source.</a:t>
            </a:r>
          </a:p>
        </p:txBody>
      </p:sp>
      <p:sp>
        <p:nvSpPr>
          <p:cNvPr id="165" name="One brain for build and run">
            <a:extLst xmlns:a="http://schemas.openxmlformats.org/drawingml/2006/main">
              <a:ext uri="{FF2B5EF4-FFF2-40B4-BE49-F238E27FC236}">
                <a16:creationId xmlns:a16="http://schemas.microsoft.com/office/drawing/2014/main" id="{906EF17C-A111-4B6B-B4AA-1E0C6C99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005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One brain for build and run</a:t>
            </a:r>
          </a:p>
        </p:txBody>
      </p:sp>
      <p:sp>
        <p:nvSpPr>
          <p:cNvPr id="166" name="Every resolved incident strengthens the next respo">
            <a:extLst xmlns:a="http://schemas.openxmlformats.org/drawingml/2006/main">
              <a:ext uri="{FF2B5EF4-FFF2-40B4-BE49-F238E27FC236}">
                <a16:creationId xmlns:a16="http://schemas.microsoft.com/office/drawing/2014/main" id="{FD167C43-E533-4A8C-A748-B2C60364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719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Every resolved incident strengthens the next response.</a:t>
            </a:r>
          </a:p>
        </p:txBody>
      </p:sp>
      <p:sp>
        <p:nvSpPr>
          <p:cNvPr id="167" name="Knowledge released like software">
            <a:extLst xmlns:a="http://schemas.openxmlformats.org/drawingml/2006/main">
              <a:ext uri="{FF2B5EF4-FFF2-40B4-BE49-F238E27FC236}">
                <a16:creationId xmlns:a16="http://schemas.microsoft.com/office/drawing/2014/main" id="{770AD650-634A-44E0-AB01-500FBA26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19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Knowledge released like software</a:t>
            </a:r>
          </a:p>
        </p:txBody>
      </p:sp>
      <p:sp>
        <p:nvSpPr>
          <p:cNvPr id="168" name="All knowledge is reviewed and approved before use.">
            <a:extLst xmlns:a="http://schemas.openxmlformats.org/drawingml/2006/main">
              <a:ext uri="{FF2B5EF4-FFF2-40B4-BE49-F238E27FC236}">
                <a16:creationId xmlns:a16="http://schemas.microsoft.com/office/drawing/2014/main" id="{6E9D0C6C-CA28-42CB-811D-562238CA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910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All knowledge is reviewed and approved before use.</a:t>
            </a:r>
          </a:p>
        </p:txBody>
      </p:sp>
      <p:sp>
        <p:nvSpPr>
          <p:cNvPr id="169" name="Always up to date">
            <a:extLst xmlns:a="http://schemas.openxmlformats.org/drawingml/2006/main">
              <a:ext uri="{FF2B5EF4-FFF2-40B4-BE49-F238E27FC236}">
                <a16:creationId xmlns:a16="http://schemas.microsoft.com/office/drawing/2014/main" id="{64DA3999-EB62-4AE0-88E8-FC12D9FD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387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Always up to date</a:t>
            </a:r>
          </a:p>
        </p:txBody>
      </p:sp>
      <p:sp>
        <p:nvSpPr>
          <p:cNvPr id="170" name="Sources and knowledge refresh after major changes,">
            <a:extLst xmlns:a="http://schemas.openxmlformats.org/drawingml/2006/main">
              <a:ext uri="{FF2B5EF4-FFF2-40B4-BE49-F238E27FC236}">
                <a16:creationId xmlns:a16="http://schemas.microsoft.com/office/drawing/2014/main" id="{F1B14D27-6282-44D9-B93F-82BCEDA8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101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Sources and knowledge refresh after major changes, like a bug fix.</a:t>
            </a:r>
          </a:p>
        </p:txBody>
      </p:sp>
      <p:sp>
        <p:nvSpPr>
          <p:cNvPr id="171" name="Requirements and code in one graph">
            <a:extLst xmlns:a="http://schemas.openxmlformats.org/drawingml/2006/main">
              <a:ext uri="{FF2B5EF4-FFF2-40B4-BE49-F238E27FC236}">
                <a16:creationId xmlns:a16="http://schemas.microsoft.com/office/drawing/2014/main" id="{57BF9AE6-C5C5-42E7-8CFA-86C9E053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4578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Requirements and code in one graph</a:t>
            </a:r>
          </a:p>
        </p:txBody>
      </p:sp>
      <p:sp>
        <p:nvSpPr>
          <p:cNvPr id="172" name="Every change is linked to its requirement and code">
            <a:extLst xmlns:a="http://schemas.openxmlformats.org/drawingml/2006/main">
              <a:ext uri="{FF2B5EF4-FFF2-40B4-BE49-F238E27FC236}">
                <a16:creationId xmlns:a16="http://schemas.microsoft.com/office/drawing/2014/main" id="{608D72ED-545F-4F29-A031-B6DCC650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629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Every change is linked to its requirement and code.</a:t>
            </a:r>
          </a:p>
        </p:txBody>
      </p:sp>
      <p:sp>
        <p:nvSpPr>
          <p:cNvPr id="173" name="Bring your own model">
            <a:extLst xmlns:a="http://schemas.openxmlformats.org/drawingml/2006/main">
              <a:ext uri="{FF2B5EF4-FFF2-40B4-BE49-F238E27FC236}">
                <a16:creationId xmlns:a16="http://schemas.microsoft.com/office/drawing/2014/main" id="{0A4AABBF-DA8F-400B-BAF8-2E79CDB0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8769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Bring your own model</a:t>
            </a:r>
          </a:p>
        </p:txBody>
      </p:sp>
      <p:sp>
        <p:nvSpPr>
          <p:cNvPr id="174" name="Trusted knowledge is accessible from any AI tool.">
            <a:extLst xmlns:a="http://schemas.openxmlformats.org/drawingml/2006/main">
              <a:ext uri="{FF2B5EF4-FFF2-40B4-BE49-F238E27FC236}">
                <a16:creationId xmlns:a16="http://schemas.microsoft.com/office/drawing/2014/main" id="{D10F4BD2-2416-4339-979D-952C2F8A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0483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Trusted knowledge is accessible from any AI tool.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F433832-1F20-43D0-ADCB-071556D9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72225"/>
            <a:ext cx="1150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76" name="TECH STACK">
            <a:extLst xmlns:a="http://schemas.openxmlformats.org/drawingml/2006/main">
              <a:ext uri="{FF2B5EF4-FFF2-40B4-BE49-F238E27FC236}">
                <a16:creationId xmlns:a16="http://schemas.microsoft.com/office/drawing/2014/main" id="{BAFD47C5-DF5E-4430-86B5-79E3F11F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96050"/>
            <a:ext cx="1000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TECH STACK</a:t>
            </a:r>
          </a:p>
        </p:txBody>
      </p:sp>
      <p:sp>
        <p:nvSpPr>
          <p:cNvPr id="177" name="CORE">
            <a:extLst xmlns:a="http://schemas.openxmlformats.org/drawingml/2006/main">
              <a:ext uri="{FF2B5EF4-FFF2-40B4-BE49-F238E27FC236}">
                <a16:creationId xmlns:a16="http://schemas.microsoft.com/office/drawing/2014/main" id="{749283A3-CA47-4381-A665-06377800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9605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178" name="Python · Django · PostgreSQL">
            <a:extLst xmlns:a="http://schemas.openxmlformats.org/drawingml/2006/main">
              <a:ext uri="{FF2B5EF4-FFF2-40B4-BE49-F238E27FC236}">
                <a16:creationId xmlns:a16="http://schemas.microsoft.com/office/drawing/2014/main" id="{9482FCE3-998E-4C7A-886B-DC3BE6C3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477000"/>
            <a:ext cx="2124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32D46"/>
                </a:solidFill>
                <a:latin typeface="Arial"/>
                <a:ea typeface="Arial"/>
                <a:cs typeface="Arial"/>
              </a:rPr>
              <a:t>Python · Django · PostgreSQL</a:t>
            </a:r>
          </a:p>
        </p:txBody>
      </p:sp>
      <p:sp>
        <p:nvSpPr>
          <p:cNvPr id="179" name="AI &amp; GRAPH">
            <a:extLst xmlns:a="http://schemas.openxmlformats.org/drawingml/2006/main">
              <a:ext uri="{FF2B5EF4-FFF2-40B4-BE49-F238E27FC236}">
                <a16:creationId xmlns:a16="http://schemas.microsoft.com/office/drawing/2014/main" id="{CCCE7E17-F6FC-49AE-A47B-F8CF0CCD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49605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AI &amp; GRAPH</a:t>
            </a:r>
          </a:p>
        </p:txBody>
      </p:sp>
      <p:sp>
        <p:nvSpPr>
          <p:cNvPr id="180" name="OpenAI Agents SDK · Claude Agent SDK · Graphify">
            <a:extLst xmlns:a="http://schemas.openxmlformats.org/drawingml/2006/main">
              <a:ext uri="{FF2B5EF4-FFF2-40B4-BE49-F238E27FC236}">
                <a16:creationId xmlns:a16="http://schemas.microsoft.com/office/drawing/2014/main" id="{47C8C894-0AA2-4CA2-BFEB-E2EE6796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477000"/>
            <a:ext cx="3724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32D46"/>
                </a:solidFill>
                <a:latin typeface="Arial"/>
                <a:ea typeface="Arial"/>
                <a:cs typeface="Arial"/>
              </a:rPr>
              <a:t>OpenAI Agents SDK · Claude Agent SDK · Graphify</a:t>
            </a:r>
          </a:p>
        </p:txBody>
      </p:sp>
      <p:sp>
        <p:nvSpPr>
          <p:cNvPr id="181" name="SUPPORTING">
            <a:extLst xmlns:a="http://schemas.openxmlformats.org/drawingml/2006/main">
              <a:ext uri="{FF2B5EF4-FFF2-40B4-BE49-F238E27FC236}">
                <a16:creationId xmlns:a16="http://schemas.microsoft.com/office/drawing/2014/main" id="{7925B01C-510E-4EE7-B00F-4741A543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496050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SUPPORTING</a:t>
            </a:r>
          </a:p>
        </p:txBody>
      </p:sp>
      <p:sp>
        <p:nvSpPr>
          <p:cNvPr id="182" name="MarkItDown · MCP · Docker">
            <a:extLst xmlns:a="http://schemas.openxmlformats.org/drawingml/2006/main">
              <a:ext uri="{FF2B5EF4-FFF2-40B4-BE49-F238E27FC236}">
                <a16:creationId xmlns:a16="http://schemas.microsoft.com/office/drawing/2014/main" id="{B5FEB41E-E89C-4071-89DA-15239D9F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4770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32D46"/>
                </a:solidFill>
                <a:latin typeface="Arial"/>
                <a:ea typeface="Arial"/>
                <a:cs typeface="Arial"/>
              </a:rPr>
              <a:t>MarkItDown · MCP · Docker</a:t>
            </a:r>
          </a:p>
        </p:txBody>
      </p:sp>
    </p:spTree>
    <p:extLst>
      <p:ext uri="{BB962C8B-B14F-4D97-AF65-F5344CB8AC3E}">
        <p14:creationId xmlns:p14="http://schemas.microsoft.com/office/powerpoint/2010/main" val="188584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2026-09-25T16:27:52.9300000Z</dcterms:created>
  <dcterms:modified xsi:type="dcterms:W3CDTF">2026-09-25T16:27:52.9300000Z</dcterms:modified>
</coreProperties>
</file>