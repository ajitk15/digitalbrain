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d6670cc71a4f14" /><Relationship Type="http://schemas.openxmlformats.org/officeDocument/2006/relationships/extended-properties" Target="/docProps/app.xml" Id="R05c06d9f158c4b6a" /><Relationship Type="http://schemas.openxmlformats.org/officeDocument/2006/relationships/officeDocument" Target="/ppt/presentation.xml" Id="R8848711923bf47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67219d46574e37"/>
  </p:sldMasterIdLst>
  <p:notesMasterIdLst>
    <p:notesMasterId xmlns:r="http://schemas.openxmlformats.org/officeDocument/2006/relationships" r:id="Rfea273e584fb4733"/>
  </p:notesMasterIdLst>
  <p:sldIdLst>
    <p:sldId xmlns:r="http://schemas.openxmlformats.org/officeDocument/2006/relationships" id="256" r:id="R376f47f09bdf4d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3db96b195d4c17" /><Relationship Type="http://schemas.openxmlformats.org/officeDocument/2006/relationships/slideMaster" Target="/ppt/slideMasters/slideMaster1.xml" Id="R3967219d46574e37" /><Relationship Type="http://schemas.openxmlformats.org/officeDocument/2006/relationships/notesMaster" Target="/ppt/notesMasters/notesMaster1.xml" Id="Rfea273e584fb4733" /><Relationship Type="http://schemas.openxmlformats.org/officeDocument/2006/relationships/presProps" Target="/ppt/presProps.xml" Id="R2a49bab1093e40e8" /><Relationship Type="http://schemas.openxmlformats.org/officeDocument/2006/relationships/tableStyles" Target="/ppt/tableStyles.xml" Id="R622083df8609447e" /><Relationship Type="http://schemas.openxmlformats.org/officeDocument/2006/relationships/slide" Target="/ppt/slides/slide1.xml" Id="R376f47f09bdf4d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72adf9a2b746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3ba86f167b4d76" /><Relationship Type="http://schemas.openxmlformats.org/officeDocument/2006/relationships/notesMaster" Target="/ppt/notesMasters/notesMaster1.xml" Id="Rc6a46d6fb54446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9b5aced0ff41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8fc873815f4151" /><Relationship Type="http://schemas.openxmlformats.org/officeDocument/2006/relationships/slideLayout" Target="/ppt/slideLayouts/slideLayout1.xml" Id="R062800c8cc1c49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2800c8cc1c49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834c0a5654984" /><Relationship Type="http://schemas.openxmlformats.org/officeDocument/2006/relationships/image" Target="/ppt/media/image.png" Id="R3c2d7537cd714eef" /><Relationship Type="http://schemas.openxmlformats.org/officeDocument/2006/relationships/image" Target="/ppt/media/image2.png" Id="Rbafae894a1b84180" /><Relationship Type="http://schemas.openxmlformats.org/officeDocument/2006/relationships/image" Target="/ppt/media/image3.png" Id="R6e048eaf82de4f26" /><Relationship Type="http://schemas.openxmlformats.org/officeDocument/2006/relationships/image" Target="/ppt/media/image4.png" Id="Rb5d94133d36e43d8" /><Relationship Type="http://schemas.openxmlformats.org/officeDocument/2006/relationships/image" Target="/ppt/media/image5.png" Id="Ra530a34fb7ad4b88" /><Relationship Type="http://schemas.openxmlformats.org/officeDocument/2006/relationships/image" Target="/ppt/media/image6.png" Id="R8ea5c5e4ddcd4645" /><Relationship Type="http://schemas.openxmlformats.org/officeDocument/2006/relationships/image" Target="/ppt/media/image7.png" Id="Rba126ea60a4d4c55" /><Relationship Type="http://schemas.openxmlformats.org/officeDocument/2006/relationships/image" Target="/ppt/media/image8.png" Id="R713a3fb5ec724eb7" /><Relationship Type="http://schemas.openxmlformats.org/officeDocument/2006/relationships/image" Target="/ppt/media/image9.png" Id="R78c83c7fff8340a4" /><Relationship Type="http://schemas.openxmlformats.org/officeDocument/2006/relationships/notesSlide" Target="/ppt/notesSlides/notesSlide1.xml" Id="R7bbf79d11c5747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7" name="Digital Brain">
            <a:extLst xmlns:a="http://schemas.openxmlformats.org/drawingml/2006/main">
              <a:ext uri="{FF2B5EF4-FFF2-40B4-BE49-F238E27FC236}">
                <a16:creationId xmlns:a16="http://schemas.microsoft.com/office/drawing/2014/main" id="{D9187964-3297-4768-B0B3-CDF49C0A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9550"/>
            <a:ext cx="781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Digital Brain</a:t>
            </a:r>
          </a:p>
        </p:txBody>
      </p:sp>
      <p:sp>
        <p:nvSpPr>
          <p:cNvPr id="2" name="ARCHITECTURE">
            <a:extLst xmlns:a="http://schemas.openxmlformats.org/drawingml/2006/main">
              <a:ext uri="{FF2B5EF4-FFF2-40B4-BE49-F238E27FC236}">
                <a16:creationId xmlns:a16="http://schemas.microsoft.com/office/drawing/2014/main" id="{B6B0CB13-FD83-422B-8A5B-D535DD77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38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Connect">
            <a:extLst xmlns:a="http://schemas.openxmlformats.org/drawingml/2006/main">
              <a:ext uri="{FF2B5EF4-FFF2-40B4-BE49-F238E27FC236}">
                <a16:creationId xmlns:a16="http://schemas.microsoft.com/office/drawing/2014/main" id="{81131671-CECB-4417-8A05-234F7059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62075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4" name="pluggable&#10;connectors">
            <a:extLst xmlns:a="http://schemas.openxmlformats.org/drawingml/2006/main">
              <a:ext uri="{FF2B5EF4-FFF2-40B4-BE49-F238E27FC236}">
                <a16:creationId xmlns:a16="http://schemas.microsoft.com/office/drawing/2014/main" id="{0A39F1A2-61D7-42D5-8E8A-749A95AE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192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pluggable</a:t>
            </a:r>
          </a:p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connectors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E9971-ECE4-4171-84BA-B8265D55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133475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d7537cd714eef"/>
          <a:stretch xmlns:a="http://schemas.openxmlformats.org/drawingml/2006/main"/>
        </p:blipFill>
        <p:spPr>
          <a:xfrm xmlns:a="http://schemas.openxmlformats.org/drawingml/2006/main">
            <a:off x="1847850" y="120967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7" name="Upload &amp; links">
            <a:extLst xmlns:a="http://schemas.openxmlformats.org/drawingml/2006/main">
              <a:ext uri="{FF2B5EF4-FFF2-40B4-BE49-F238E27FC236}">
                <a16:creationId xmlns:a16="http://schemas.microsoft.com/office/drawing/2014/main" id="{E9C86619-40D8-4A2E-AEBC-E0062707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4668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Upload &amp; links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89D42-F3AB-4A2D-B7FA-BC80DAD7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18192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946C6-E968-4CF6-AE08-5F6D6ED6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133475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ae894a1b84180"/>
          <a:stretch xmlns:a="http://schemas.openxmlformats.org/drawingml/2006/main"/>
        </p:blipFill>
        <p:spPr>
          <a:xfrm xmlns:a="http://schemas.openxmlformats.org/drawingml/2006/main">
            <a:off x="2952750" y="120967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11" name="SharePoint&#10;OneDrive">
            <a:extLst xmlns:a="http://schemas.openxmlformats.org/drawingml/2006/main">
              <a:ext uri="{FF2B5EF4-FFF2-40B4-BE49-F238E27FC236}">
                <a16:creationId xmlns:a16="http://schemas.microsoft.com/office/drawing/2014/main" id="{876E8ABF-9E47-4909-8141-12FE7F2D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4668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SharePoint</a:t>
            </a:r>
          </a:p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OneDrive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B0CFF-10D9-4B71-94F0-07ADB2EB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288" y="18192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23914-259F-46F0-B8A8-E597E749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133475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48eaf82de4f26"/>
          <a:stretch xmlns:a="http://schemas.openxmlformats.org/drawingml/2006/main"/>
        </p:blipFill>
        <p:spPr>
          <a:xfrm xmlns:a="http://schemas.openxmlformats.org/drawingml/2006/main">
            <a:off x="4057650" y="120967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15" name="GitHub">
            <a:extLst xmlns:a="http://schemas.openxmlformats.org/drawingml/2006/main">
              <a:ext uri="{FF2B5EF4-FFF2-40B4-BE49-F238E27FC236}">
                <a16:creationId xmlns:a16="http://schemas.microsoft.com/office/drawing/2014/main" id="{CC9B1CF1-4A08-4389-B740-EF11448E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4668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E9F8A-8796-48EF-96C5-76F88364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18192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C8CBE-5944-44EA-A30F-AFAEB8F9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133475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94133d36e43d8"/>
          <a:stretch xmlns:a="http://schemas.openxmlformats.org/drawingml/2006/main"/>
        </p:blipFill>
        <p:spPr>
          <a:xfrm xmlns:a="http://schemas.openxmlformats.org/drawingml/2006/main">
            <a:off x="5162550" y="120967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19" name="Jira">
            <a:extLst xmlns:a="http://schemas.openxmlformats.org/drawingml/2006/main">
              <a:ext uri="{FF2B5EF4-FFF2-40B4-BE49-F238E27FC236}">
                <a16:creationId xmlns:a16="http://schemas.microsoft.com/office/drawing/2014/main" id="{F6F520A9-E564-4FAA-9C4A-35BA263B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668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Jira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F326E0-975A-4FD6-9B08-9A9B8FE4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088" y="18192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02C1F8-3EC5-484E-B336-72059C9D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133475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0a34fb7ad4b88"/>
          <a:stretch xmlns:a="http://schemas.openxmlformats.org/drawingml/2006/main"/>
        </p:blipFill>
        <p:spPr>
          <a:xfrm xmlns:a="http://schemas.openxmlformats.org/drawingml/2006/main">
            <a:off x="6267450" y="120967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23" name="ServiceNow">
            <a:extLst xmlns:a="http://schemas.openxmlformats.org/drawingml/2006/main">
              <a:ext uri="{FF2B5EF4-FFF2-40B4-BE49-F238E27FC236}">
                <a16:creationId xmlns:a16="http://schemas.microsoft.com/office/drawing/2014/main" id="{17919E96-068E-4C3F-8F9C-591C483D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4668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ServiceNow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6E5A3D-6D20-4D88-938C-7738F501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988" y="18192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3B0904-30DD-4FB7-AC4A-857A8F5D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133475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5c5e4ddcd4645"/>
          <a:stretch xmlns:a="http://schemas.openxmlformats.org/drawingml/2006/main"/>
        </p:blipFill>
        <p:spPr>
          <a:xfrm xmlns:a="http://schemas.openxmlformats.org/drawingml/2006/main">
            <a:off x="7372350" y="120967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27" name="Add more">
            <a:extLst xmlns:a="http://schemas.openxmlformats.org/drawingml/2006/main">
              <a:ext uri="{FF2B5EF4-FFF2-40B4-BE49-F238E27FC236}">
                <a16:creationId xmlns:a16="http://schemas.microsoft.com/office/drawing/2014/main" id="{D5DFF9A6-F4A1-4CDC-B6D5-664BE012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4668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Add more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651B5A-2A3A-4C3C-BC75-9A8E1897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18192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F61DA9-85F0-4111-B301-CA4AFF84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1952625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30" name="Ingest">
            <a:extLst xmlns:a="http://schemas.openxmlformats.org/drawingml/2006/main">
              <a:ext uri="{FF2B5EF4-FFF2-40B4-BE49-F238E27FC236}">
                <a16:creationId xmlns:a16="http://schemas.microsoft.com/office/drawing/2014/main" id="{32602C6D-5A48-4DFB-92AA-66790248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098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Ingest</a:t>
            </a:r>
          </a:p>
        </p:txBody>
      </p:sp>
      <p:sp>
        <p:nvSpPr>
          <p:cNvPr id="31" name="safe &amp;&#10;traceable">
            <a:extLst xmlns:a="http://schemas.openxmlformats.org/drawingml/2006/main">
              <a:ext uri="{FF2B5EF4-FFF2-40B4-BE49-F238E27FC236}">
                <a16:creationId xmlns:a16="http://schemas.microsoft.com/office/drawing/2014/main" id="{8C125741-C8C6-4784-874B-66C9DE9A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0"/>
            <a:ext cx="1028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safe &amp;</a:t>
            </a:r>
          </a:p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traceable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EFCCF6-E97F-4A91-9D84-E9E1EC5A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71700"/>
            <a:ext cx="1524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33" name="Secure upload">
            <a:extLst xmlns:a="http://schemas.openxmlformats.org/drawingml/2006/main">
              <a:ext uri="{FF2B5EF4-FFF2-40B4-BE49-F238E27FC236}">
                <a16:creationId xmlns:a16="http://schemas.microsoft.com/office/drawing/2014/main" id="{27E8EDE9-769B-4C94-91DA-9CEC2239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288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Secure upload</a:t>
            </a:r>
          </a:p>
        </p:txBody>
      </p:sp>
      <p:sp>
        <p:nvSpPr>
          <p:cNvPr id="34" name="held privately">
            <a:extLst xmlns:a="http://schemas.openxmlformats.org/drawingml/2006/main">
              <a:ext uri="{FF2B5EF4-FFF2-40B4-BE49-F238E27FC236}">
                <a16:creationId xmlns:a16="http://schemas.microsoft.com/office/drawing/2014/main" id="{35A18EE3-D74D-4EF3-A114-F2C87D97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held privately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4ADE0C-A910-4893-802D-18136185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71700"/>
            <a:ext cx="1524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36" name="Security scan">
            <a:extLst xmlns:a="http://schemas.openxmlformats.org/drawingml/2006/main">
              <a:ext uri="{FF2B5EF4-FFF2-40B4-BE49-F238E27FC236}">
                <a16:creationId xmlns:a16="http://schemas.microsoft.com/office/drawing/2014/main" id="{135270A8-591F-41D7-9BC2-18E89390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2288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Security scan</a:t>
            </a:r>
          </a:p>
        </p:txBody>
      </p:sp>
      <p:sp>
        <p:nvSpPr>
          <p:cNvPr id="37" name="unsafe files blocked">
            <a:extLst xmlns:a="http://schemas.openxmlformats.org/drawingml/2006/main">
              <a:ext uri="{FF2B5EF4-FFF2-40B4-BE49-F238E27FC236}">
                <a16:creationId xmlns:a16="http://schemas.microsoft.com/office/drawing/2014/main" id="{4634D7AA-B320-4115-B90A-15C431F7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765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unsafe files blocked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5FDBDA-7921-41F5-A950-02C92DBA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171700"/>
            <a:ext cx="1524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39" name="To Markdown">
            <a:extLst xmlns:a="http://schemas.openxmlformats.org/drawingml/2006/main">
              <a:ext uri="{FF2B5EF4-FFF2-40B4-BE49-F238E27FC236}">
                <a16:creationId xmlns:a16="http://schemas.microsoft.com/office/drawing/2014/main" id="{BAD47A05-01A4-4366-AEB5-4CFAE18F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288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To Markdown</a:t>
            </a:r>
          </a:p>
        </p:txBody>
      </p:sp>
      <p:sp>
        <p:nvSpPr>
          <p:cNvPr id="40" name="converted offline">
            <a:extLst xmlns:a="http://schemas.openxmlformats.org/drawingml/2006/main">
              <a:ext uri="{FF2B5EF4-FFF2-40B4-BE49-F238E27FC236}">
                <a16:creationId xmlns:a16="http://schemas.microsoft.com/office/drawing/2014/main" id="{A9915E07-E72B-40A4-97DD-4D4F7B23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765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converted offline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F2B596-9D4E-4750-A6D0-E6D8864C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1524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solidFill>
              <a:srgbClr val="132D46"/>
            </a:solidFill>
          </a:ln>
        </p:spPr>
      </p:sp>
      <p:sp>
        <p:nvSpPr>
          <p:cNvPr id="42" name="Knowledge">
            <a:extLst xmlns:a="http://schemas.openxmlformats.org/drawingml/2006/main">
              <a:ext uri="{FF2B5EF4-FFF2-40B4-BE49-F238E27FC236}">
                <a16:creationId xmlns:a16="http://schemas.microsoft.com/office/drawing/2014/main" id="{F47D410D-32A0-49E8-ABEE-CE81C042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288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43" name="version controlled">
            <a:extLst xmlns:a="http://schemas.openxmlformats.org/drawingml/2006/main">
              <a:ext uri="{FF2B5EF4-FFF2-40B4-BE49-F238E27FC236}">
                <a16:creationId xmlns:a16="http://schemas.microsoft.com/office/drawing/2014/main" id="{9DDEB5D3-BF1F-4048-8C6E-D71E239C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765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8E7E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8E7ED"/>
                </a:solidFill>
                <a:latin typeface="Arial"/>
                <a:ea typeface="Arial"/>
                <a:cs typeface="Arial"/>
              </a:rPr>
              <a:t>version controlled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7FD88F-40CF-4F59-9515-575905FF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849" y="195214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231" name=""/>
          <p:cNvCxnSpPr>
            <a:stCxn xmlns:a="http://schemas.openxmlformats.org/drawingml/2006/main" id="44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2219325" y="1953102"/>
            <a:ext cx="1" cy="21859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232" name=""/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2981325" y="2443163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233" name=""/>
          <p:cNvCxnSpPr>
            <a:stCxn xmlns:a="http://schemas.openxmlformats.org/drawingml/2006/main" id="35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4686300" y="2443163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234" name=""/>
          <p:cNvCxnSpPr>
            <a:stCxn xmlns:a="http://schemas.openxmlformats.org/drawingml/2006/main" id="38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6391275" y="2443163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sp>
        <p:nvSpPr>
          <p:cNvPr id="49" name="FORMATS">
            <a:extLst xmlns:a="http://schemas.openxmlformats.org/drawingml/2006/main">
              <a:ext uri="{FF2B5EF4-FFF2-40B4-BE49-F238E27FC236}">
                <a16:creationId xmlns:a16="http://schemas.microsoft.com/office/drawing/2014/main" id="{AC6630CD-B22F-4C33-A78E-EA56E5C8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81300"/>
            <a:ext cx="714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FORMATS</a:t>
            </a:r>
          </a:p>
        </p:txBody>
      </p:sp>
      <p:sp>
        <p:nvSpPr>
          <p:cNvPr id="50" name="PDF · Word · Excel · PowerPoint · Outlook · HTML ·">
            <a:extLst xmlns:a="http://schemas.openxmlformats.org/drawingml/2006/main">
              <a:ext uri="{FF2B5EF4-FFF2-40B4-BE49-F238E27FC236}">
                <a16:creationId xmlns:a16="http://schemas.microsoft.com/office/drawing/2014/main" id="{1A0DDFC8-1CD8-4A07-AECF-1ED421FD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781300"/>
            <a:ext cx="5943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PDF · Word · Excel · PowerPoint · Outlook · HTML · CSV · JSON · XML · Text</a:t>
            </a:r>
          </a:p>
        </p:txBody>
      </p:sp>
      <p:sp>
        <p:nvSpPr>
          <p:cNvPr id="51" name="Know &amp;&#10;Act">
            <a:extLst xmlns:a="http://schemas.openxmlformats.org/drawingml/2006/main">
              <a:ext uri="{FF2B5EF4-FFF2-40B4-BE49-F238E27FC236}">
                <a16:creationId xmlns:a16="http://schemas.microsoft.com/office/drawing/2014/main" id="{BA6E3E58-4F9B-4A49-AA9B-6E002549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48125"/>
            <a:ext cx="1019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Know &amp;</a:t>
            </a:r>
          </a:p>
          <a:p xmlns:a="http://schemas.openxmlformats.org/drawingml/2006/main">
            <a:pPr algn="l">
              <a:defRPr sz="13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52" name="sealed per&#10;application">
            <a:extLst xmlns:a="http://schemas.openxmlformats.org/drawingml/2006/main">
              <a:ext uri="{FF2B5EF4-FFF2-40B4-BE49-F238E27FC236}">
                <a16:creationId xmlns:a16="http://schemas.microsoft.com/office/drawing/2014/main" id="{C8AB6510-A1B2-4C0C-8DF1-DFA11DAB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562475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sealed per</a:t>
            </a:r>
          </a:p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580704-99C4-4C9D-9FE5-A4306083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146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EA099E-40A4-45C6-BD3C-8A3C31BC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600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85CF43-1840-4716-9510-5AA3C019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0" cy="2119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8A7AF0-0706-4CA7-959B-B96FB988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95625"/>
            <a:ext cx="6648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 w="9525">
            <a:solidFill>
              <a:srgbClr val="132D46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37E1BF-1E6D-401E-B599-1A083B72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95625"/>
            <a:ext cx="66484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solidFill>
              <a:srgbClr val="132D46"/>
            </a:solidFill>
          </a:ln>
        </p:spPr>
      </p:sp>
      <p:sp>
        <p:nvSpPr>
          <p:cNvPr id="58" name="CODE FACTORY">
            <a:extLst xmlns:a="http://schemas.openxmlformats.org/drawingml/2006/main">
              <a:ext uri="{FF2B5EF4-FFF2-40B4-BE49-F238E27FC236}">
                <a16:creationId xmlns:a16="http://schemas.microsoft.com/office/drawing/2014/main" id="{EF8FCD6B-AEBA-4BDF-9220-A7F20EE9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14675"/>
            <a:ext cx="566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FACTORY</a:t>
            </a:r>
          </a:p>
        </p:txBody>
      </p:sp>
      <p:sp>
        <p:nvSpPr>
          <p:cNvPr id="59" name="USES">
            <a:extLst xmlns:a="http://schemas.openxmlformats.org/drawingml/2006/main">
              <a:ext uri="{FF2B5EF4-FFF2-40B4-BE49-F238E27FC236}">
                <a16:creationId xmlns:a16="http://schemas.microsoft.com/office/drawing/2014/main" id="{BD56909E-F18D-4531-A278-D304BAEE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57575"/>
            <a:ext cx="447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D3F401F-ACF9-4D53-854A-E7905D46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57575"/>
            <a:ext cx="19081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2"/>
          </a:solidFill>
          <a:ln xmlns:a="http://schemas.openxmlformats.org/drawingml/2006/main" w="9525">
            <a:solidFill>
              <a:srgbClr val="A5B9CC"/>
            </a:solidFill>
          </a:ln>
        </p:spPr>
      </p:sp>
      <p:sp>
        <p:nvSpPr>
          <p:cNvPr id="61" name="Project docs">
            <a:extLst xmlns:a="http://schemas.openxmlformats.org/drawingml/2006/main">
              <a:ext uri="{FF2B5EF4-FFF2-40B4-BE49-F238E27FC236}">
                <a16:creationId xmlns:a16="http://schemas.microsoft.com/office/drawing/2014/main" id="{F747F864-DF42-411F-80F1-E823FE47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476625"/>
            <a:ext cx="1812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Project docs</a:t>
            </a:r>
          </a:p>
        </p:txBody>
      </p:sp>
      <p:sp>
        <p:nvSpPr>
          <p:cNvPr id="62" name="knowledge graph">
            <a:extLst xmlns:a="http://schemas.openxmlformats.org/drawingml/2006/main">
              <a:ext uri="{FF2B5EF4-FFF2-40B4-BE49-F238E27FC236}">
                <a16:creationId xmlns:a16="http://schemas.microsoft.com/office/drawing/2014/main" id="{24C9D568-5A6B-45E0-899E-EEA43471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76650"/>
            <a:ext cx="1812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knowledge graph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B8709F-0967-4965-918D-6829CF2C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825" y="3457575"/>
            <a:ext cx="19081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2"/>
          </a:solidFill>
          <a:ln xmlns:a="http://schemas.openxmlformats.org/drawingml/2006/main" w="9525">
            <a:solidFill>
              <a:srgbClr val="A5B9CC"/>
            </a:solidFill>
          </a:ln>
        </p:spPr>
      </p:sp>
      <p:sp>
        <p:nvSpPr>
          <p:cNvPr id="64" name="Code">
            <a:extLst xmlns:a="http://schemas.openxmlformats.org/drawingml/2006/main">
              <a:ext uri="{FF2B5EF4-FFF2-40B4-BE49-F238E27FC236}">
                <a16:creationId xmlns:a16="http://schemas.microsoft.com/office/drawing/2014/main" id="{AE7E3336-DA76-4791-AC37-5C73B883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3476625"/>
            <a:ext cx="1812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65" name="code graph">
            <a:extLst xmlns:a="http://schemas.openxmlformats.org/drawingml/2006/main">
              <a:ext uri="{FF2B5EF4-FFF2-40B4-BE49-F238E27FC236}">
                <a16:creationId xmlns:a16="http://schemas.microsoft.com/office/drawing/2014/main" id="{E5E8EC4D-ADC1-448D-B7EC-A1A44473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3676650"/>
            <a:ext cx="1812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code graph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50D7D3E-C0E9-4569-8C21-936ED8FA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3457575"/>
            <a:ext cx="19081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2"/>
          </a:solidFill>
          <a:ln xmlns:a="http://schemas.openxmlformats.org/drawingml/2006/main" w="9525">
            <a:solidFill>
              <a:srgbClr val="A5B9CC"/>
            </a:solidFill>
          </a:ln>
        </p:spPr>
      </p:sp>
      <p:sp>
        <p:nvSpPr>
          <p:cNvPr id="67" name="Bug">
            <a:extLst xmlns:a="http://schemas.openxmlformats.org/drawingml/2006/main">
              <a:ext uri="{FF2B5EF4-FFF2-40B4-BE49-F238E27FC236}">
                <a16:creationId xmlns:a16="http://schemas.microsoft.com/office/drawing/2014/main" id="{743B2CE8-F546-49B1-916E-96066087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975" y="3476625"/>
            <a:ext cx="1812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Bug</a:t>
            </a:r>
          </a:p>
        </p:txBody>
      </p:sp>
      <p:sp>
        <p:nvSpPr>
          <p:cNvPr id="68" name="from ticket">
            <a:extLst xmlns:a="http://schemas.openxmlformats.org/drawingml/2006/main">
              <a:ext uri="{FF2B5EF4-FFF2-40B4-BE49-F238E27FC236}">
                <a16:creationId xmlns:a16="http://schemas.microsoft.com/office/drawing/2014/main" id="{C468D6D0-B1B8-4AF6-A509-DD6B69E5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975" y="3676650"/>
            <a:ext cx="1812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from ticket</a:t>
            </a:r>
          </a:p>
        </p:txBody>
      </p:sp>
      <p:sp>
        <p:nvSpPr>
          <p:cNvPr id="69" name="RUNS">
            <a:extLst xmlns:a="http://schemas.openxmlformats.org/drawingml/2006/main">
              <a:ext uri="{FF2B5EF4-FFF2-40B4-BE49-F238E27FC236}">
                <a16:creationId xmlns:a16="http://schemas.microsoft.com/office/drawing/2014/main" id="{69F984E9-0862-4DC2-AA6A-6EF3642A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52900"/>
            <a:ext cx="447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9E14FAD-1196-4438-A616-E07DDF90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86225"/>
            <a:ext cx="7089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71" name="Pre-checks">
            <a:extLst xmlns:a="http://schemas.openxmlformats.org/drawingml/2006/main">
              <a:ext uri="{FF2B5EF4-FFF2-40B4-BE49-F238E27FC236}">
                <a16:creationId xmlns:a16="http://schemas.microsoft.com/office/drawing/2014/main" id="{28200445-3EB3-4BD5-ABB1-BA17EF97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95750"/>
            <a:ext cx="6708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Pre-checks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13009BE-B5D8-4B24-83BC-C1641AF5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682" y="4086225"/>
            <a:ext cx="7089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73" name="Analysis">
            <a:extLst xmlns:a="http://schemas.openxmlformats.org/drawingml/2006/main">
              <a:ext uri="{FF2B5EF4-FFF2-40B4-BE49-F238E27FC236}">
                <a16:creationId xmlns:a16="http://schemas.microsoft.com/office/drawing/2014/main" id="{2FA21B0B-4AC3-4B26-8895-58BD845D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732" y="4095750"/>
            <a:ext cx="6708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A79A9A0-E71E-42C2-ADEE-0183AA07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064" y="4086225"/>
            <a:ext cx="7089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75" name="Approve gaps">
            <a:extLst xmlns:a="http://schemas.openxmlformats.org/drawingml/2006/main">
              <a:ext uri="{FF2B5EF4-FFF2-40B4-BE49-F238E27FC236}">
                <a16:creationId xmlns:a16="http://schemas.microsoft.com/office/drawing/2014/main" id="{4CF411C2-9E08-4F54-A5F3-A03E995F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114" y="4095750"/>
            <a:ext cx="6708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 gaps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9531A43-4A71-4F9F-910B-E3A0435D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0446" y="4086225"/>
            <a:ext cx="7089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77" name="Agents">
            <a:extLst xmlns:a="http://schemas.openxmlformats.org/drawingml/2006/main">
              <a:ext uri="{FF2B5EF4-FFF2-40B4-BE49-F238E27FC236}">
                <a16:creationId xmlns:a16="http://schemas.microsoft.com/office/drawing/2014/main" id="{2A181E6F-FC38-42C9-97EA-2A674604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496" y="4095750"/>
            <a:ext cx="6708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15B466B-B7FC-49F3-985C-0E8A7C8A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829" y="4086225"/>
            <a:ext cx="7089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79" name="Pull request">
            <a:extLst xmlns:a="http://schemas.openxmlformats.org/drawingml/2006/main">
              <a:ext uri="{FF2B5EF4-FFF2-40B4-BE49-F238E27FC236}">
                <a16:creationId xmlns:a16="http://schemas.microsoft.com/office/drawing/2014/main" id="{8E9BB4B6-FC77-4918-942F-53CA556A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879" y="4095750"/>
            <a:ext cx="6708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Pull request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2C9643E-9556-499E-99D9-E5A0E5AC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211" y="4086225"/>
            <a:ext cx="7089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81" name="Tests">
            <a:extLst xmlns:a="http://schemas.openxmlformats.org/drawingml/2006/main">
              <a:ext uri="{FF2B5EF4-FFF2-40B4-BE49-F238E27FC236}">
                <a16:creationId xmlns:a16="http://schemas.microsoft.com/office/drawing/2014/main" id="{1C595A31-8335-4215-89A7-5F645496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261" y="4095750"/>
            <a:ext cx="6708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BE1054B-47D6-467F-AAD5-5DE3BBBA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593" y="4086225"/>
            <a:ext cx="7089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83" name="Re-sync">
            <a:extLst xmlns:a="http://schemas.openxmlformats.org/drawingml/2006/main">
              <a:ext uri="{FF2B5EF4-FFF2-40B4-BE49-F238E27FC236}">
                <a16:creationId xmlns:a16="http://schemas.microsoft.com/office/drawing/2014/main" id="{1374CCB9-4CAF-49F6-95D0-27072ADF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643" y="4095750"/>
            <a:ext cx="6708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Re-sync</a:t>
            </a:r>
          </a:p>
        </p:txBody>
      </p:sp>
      <p:cxnSp>
        <p:nvCxnSpPr>
          <p:cNvPr id="270" name=""/>
          <p:cNvCxnSpPr>
            <a:stCxn xmlns:a="http://schemas.openxmlformats.org/drawingml/2006/main" id="70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2728232" y="42386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cxnSp>
        <p:nvCxnSpPr>
          <p:cNvPr id="271" name=""/>
          <p:cNvCxnSpPr>
            <a:stCxn xmlns:a="http://schemas.openxmlformats.org/drawingml/2006/main" id="72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3608614" y="42386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cxnSp>
        <p:nvCxnSpPr>
          <p:cNvPr id="272" name=""/>
          <p:cNvCxnSpPr>
            <a:stCxn xmlns:a="http://schemas.openxmlformats.org/drawingml/2006/main" id="74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4488996" y="42386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cxnSp>
        <p:nvCxnSpPr>
          <p:cNvPr id="273" name=""/>
          <p:cNvCxnSpPr>
            <a:stCxn xmlns:a="http://schemas.openxmlformats.org/drawingml/2006/main" id="76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5369378" y="4238625"/>
            <a:ext cx="171451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cxnSp>
        <p:nvCxnSpPr>
          <p:cNvPr id="274" name=""/>
          <p:cNvCxnSpPr>
            <a:stCxn xmlns:a="http://schemas.openxmlformats.org/drawingml/2006/main" id="78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6249761" y="42386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cxnSp>
        <p:nvCxnSpPr>
          <p:cNvPr id="275" name=""/>
          <p:cNvCxnSpPr>
            <a:stCxn xmlns:a="http://schemas.openxmlformats.org/drawingml/2006/main" id="80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7130143" y="42386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687639D-7C60-4715-85C0-74E4FD22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388" y="38671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46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DA706BE-36C0-4EE4-B609-8E9B7CC3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38671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46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5A880C0-6299-439A-A43C-6CD13088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438" y="38671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46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F638F84-A257-4507-93D8-006082F4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766" y="3962400"/>
            <a:ext cx="46826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4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BC0C27C-C979-4A7F-B282-76E567A9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290" y="39619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281" name=""/>
          <p:cNvCxnSpPr>
            <a:stCxn xmlns:a="http://schemas.openxmlformats.org/drawingml/2006/main" id="94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 flipH="1">
            <a:off x="2373766" y="3962877"/>
            <a:ext cx="1" cy="12334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025DCD8-A6DA-449A-845F-B5374DDF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024" y="366188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283" name=""/>
          <p:cNvCxnSpPr>
            <a:stCxn xmlns:a="http://schemas.openxmlformats.org/drawingml/2006/main" id="96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1333977" y="3662363"/>
            <a:ext cx="685323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D553A15-8B10-4898-9A13-CD1725F5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43250"/>
            <a:ext cx="209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FF8B3F0-BFCE-4096-8E9A-7BDF6840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62475"/>
            <a:ext cx="6648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9F7"/>
          </a:solidFill>
          <a:ln xmlns:a="http://schemas.openxmlformats.org/drawingml/2006/main" w="9525">
            <a:solidFill>
              <a:srgbClr val="087F83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80077FD-DC2D-47A5-9B90-87C55493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62475"/>
            <a:ext cx="66484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087F83"/>
            </a:solidFill>
          </a:ln>
        </p:spPr>
      </p:sp>
      <p:sp>
        <p:nvSpPr>
          <p:cNvPr id="101" name="SERVICEOPS">
            <a:extLst xmlns:a="http://schemas.openxmlformats.org/drawingml/2006/main">
              <a:ext uri="{FF2B5EF4-FFF2-40B4-BE49-F238E27FC236}">
                <a16:creationId xmlns:a16="http://schemas.microsoft.com/office/drawing/2014/main" id="{F0347E1C-E41C-49E4-8D5B-D175FFA0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81525"/>
            <a:ext cx="566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SERVICEOPS</a:t>
            </a:r>
          </a:p>
        </p:txBody>
      </p:sp>
      <p:sp>
        <p:nvSpPr>
          <p:cNvPr id="102" name="USES">
            <a:extLst xmlns:a="http://schemas.openxmlformats.org/drawingml/2006/main">
              <a:ext uri="{FF2B5EF4-FFF2-40B4-BE49-F238E27FC236}">
                <a16:creationId xmlns:a16="http://schemas.microsoft.com/office/drawing/2014/main" id="{BC1C1866-1904-458C-B9E2-79310E38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24425"/>
            <a:ext cx="447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A41D648-E635-43FB-A133-6125A3DE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24425"/>
            <a:ext cx="139779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D"/>
          </a:solidFill>
          <a:ln xmlns:a="http://schemas.openxmlformats.org/drawingml/2006/main" w="9525">
            <a:solidFill>
              <a:srgbClr val="90BDB6"/>
            </a:solidFill>
          </a:ln>
        </p:spPr>
      </p:sp>
      <p:sp>
        <p:nvSpPr>
          <p:cNvPr id="104" name="Knowledge">
            <a:extLst xmlns:a="http://schemas.openxmlformats.org/drawingml/2006/main">
              <a:ext uri="{FF2B5EF4-FFF2-40B4-BE49-F238E27FC236}">
                <a16:creationId xmlns:a16="http://schemas.microsoft.com/office/drawing/2014/main" id="{2677B6D3-9B4A-4839-A2C5-874CCF99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43475"/>
            <a:ext cx="1302544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105" name="app graph">
            <a:extLst xmlns:a="http://schemas.openxmlformats.org/drawingml/2006/main">
              <a:ext uri="{FF2B5EF4-FFF2-40B4-BE49-F238E27FC236}">
                <a16:creationId xmlns:a16="http://schemas.microsoft.com/office/drawing/2014/main" id="{E8204277-8C28-4846-8959-E2B03EC5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143500"/>
            <a:ext cx="1302544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app graph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8430382-B58A-4A7D-87DD-B4C3A603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444" y="4924425"/>
            <a:ext cx="139779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D"/>
          </a:solidFill>
          <a:ln xmlns:a="http://schemas.openxmlformats.org/drawingml/2006/main" w="9525">
            <a:solidFill>
              <a:srgbClr val="90BDB6"/>
            </a:solidFill>
          </a:ln>
        </p:spPr>
      </p:sp>
      <p:sp>
        <p:nvSpPr>
          <p:cNvPr id="107" name="History">
            <a:extLst xmlns:a="http://schemas.openxmlformats.org/drawingml/2006/main">
              <a:ext uri="{FF2B5EF4-FFF2-40B4-BE49-F238E27FC236}">
                <a16:creationId xmlns:a16="http://schemas.microsoft.com/office/drawing/2014/main" id="{339712A6-70DD-47A6-8F87-47FE2905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4943475"/>
            <a:ext cx="1302544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108" name="past incidents">
            <a:extLst xmlns:a="http://schemas.openxmlformats.org/drawingml/2006/main">
              <a:ext uri="{FF2B5EF4-FFF2-40B4-BE49-F238E27FC236}">
                <a16:creationId xmlns:a16="http://schemas.microsoft.com/office/drawing/2014/main" id="{369ED8F7-FE17-4538-8A67-300A46A7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5143500"/>
            <a:ext cx="1302544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past incidents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4730BC2-99A9-4214-A7BF-DB88148B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88" y="4924425"/>
            <a:ext cx="139779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D"/>
          </a:solidFill>
          <a:ln xmlns:a="http://schemas.openxmlformats.org/drawingml/2006/main" w="9525">
            <a:solidFill>
              <a:srgbClr val="90BDB6"/>
            </a:solidFill>
          </a:ln>
        </p:spPr>
      </p:sp>
      <p:sp>
        <p:nvSpPr>
          <p:cNvPr id="110" name="Changes">
            <a:extLst xmlns:a="http://schemas.openxmlformats.org/drawingml/2006/main">
              <a:ext uri="{FF2B5EF4-FFF2-40B4-BE49-F238E27FC236}">
                <a16:creationId xmlns:a16="http://schemas.microsoft.com/office/drawing/2014/main" id="{CF4A2EFE-1B31-4723-910C-675002AD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213" y="4943475"/>
            <a:ext cx="1302544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Changes</a:t>
            </a:r>
          </a:p>
        </p:txBody>
      </p:sp>
      <p:sp>
        <p:nvSpPr>
          <p:cNvPr id="111" name="same CI">
            <a:extLst xmlns:a="http://schemas.openxmlformats.org/drawingml/2006/main">
              <a:ext uri="{FF2B5EF4-FFF2-40B4-BE49-F238E27FC236}">
                <a16:creationId xmlns:a16="http://schemas.microsoft.com/office/drawing/2014/main" id="{89C74460-6EDC-44CB-A5A5-7270AAFD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213" y="5143500"/>
            <a:ext cx="1302544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same CI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5DB3898-2506-49E6-B12D-0D9E8123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731" y="4924425"/>
            <a:ext cx="139779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D"/>
          </a:solidFill>
          <a:ln xmlns:a="http://schemas.openxmlformats.org/drawingml/2006/main" w="9525">
            <a:solidFill>
              <a:srgbClr val="90BDB6"/>
            </a:solidFill>
          </a:ln>
        </p:spPr>
      </p:sp>
      <p:sp>
        <p:nvSpPr>
          <p:cNvPr id="113" name="Incident">
            <a:extLst xmlns:a="http://schemas.openxmlformats.org/drawingml/2006/main">
              <a:ext uri="{FF2B5EF4-FFF2-40B4-BE49-F238E27FC236}">
                <a16:creationId xmlns:a16="http://schemas.microsoft.com/office/drawing/2014/main" id="{65CF99E0-6DB2-474C-8C55-D8E05F86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356" y="4943475"/>
            <a:ext cx="1302544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Incident</a:t>
            </a:r>
          </a:p>
        </p:txBody>
      </p:sp>
      <p:sp>
        <p:nvSpPr>
          <p:cNvPr id="114" name="new ticket">
            <a:extLst xmlns:a="http://schemas.openxmlformats.org/drawingml/2006/main">
              <a:ext uri="{FF2B5EF4-FFF2-40B4-BE49-F238E27FC236}">
                <a16:creationId xmlns:a16="http://schemas.microsoft.com/office/drawing/2014/main" id="{B7D59D58-8296-4E85-ACC0-FFFAABC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356" y="5143500"/>
            <a:ext cx="1302544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new ticket</a:t>
            </a:r>
          </a:p>
        </p:txBody>
      </p:sp>
      <p:sp>
        <p:nvSpPr>
          <p:cNvPr id="115" name="RUNS">
            <a:extLst xmlns:a="http://schemas.openxmlformats.org/drawingml/2006/main">
              <a:ext uri="{FF2B5EF4-FFF2-40B4-BE49-F238E27FC236}">
                <a16:creationId xmlns:a16="http://schemas.microsoft.com/office/drawing/2014/main" id="{3894813A-7E52-4B5E-AE2B-1858D9FF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619750"/>
            <a:ext cx="447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66A9761-CF21-4984-83C4-8751DB9D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53075"/>
            <a:ext cx="106108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noFill/>
          </a:ln>
        </p:spPr>
      </p:sp>
      <p:sp>
        <p:nvSpPr>
          <p:cNvPr id="117" name="Evidence">
            <a:extLst xmlns:a="http://schemas.openxmlformats.org/drawingml/2006/main">
              <a:ext uri="{FF2B5EF4-FFF2-40B4-BE49-F238E27FC236}">
                <a16:creationId xmlns:a16="http://schemas.microsoft.com/office/drawing/2014/main" id="{F3CB5320-890F-4BD1-A216-D43C4615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62600"/>
            <a:ext cx="10229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FC43F73-3E80-4A98-A896-4C08FEE2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835" y="5553075"/>
            <a:ext cx="106108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noFill/>
          </a:ln>
        </p:spPr>
      </p:sp>
      <p:sp>
        <p:nvSpPr>
          <p:cNvPr id="119" name="Redact">
            <a:extLst xmlns:a="http://schemas.openxmlformats.org/drawingml/2006/main">
              <a:ext uri="{FF2B5EF4-FFF2-40B4-BE49-F238E27FC236}">
                <a16:creationId xmlns:a16="http://schemas.microsoft.com/office/drawing/2014/main" id="{64565F6D-815D-41EA-8D7B-13F36714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885" y="5562600"/>
            <a:ext cx="10229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Redact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295D8D9-EA8D-4A22-B3BC-813E033C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370" y="5553075"/>
            <a:ext cx="106108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noFill/>
          </a:ln>
        </p:spPr>
      </p:sp>
      <p:sp>
        <p:nvSpPr>
          <p:cNvPr id="121" name="Hypotheses">
            <a:extLst xmlns:a="http://schemas.openxmlformats.org/drawingml/2006/main">
              <a:ext uri="{FF2B5EF4-FFF2-40B4-BE49-F238E27FC236}">
                <a16:creationId xmlns:a16="http://schemas.microsoft.com/office/drawing/2014/main" id="{983480D6-7E5F-46F8-AEED-E8C444EF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420" y="5562600"/>
            <a:ext cx="10229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22E72DD-5807-4AC8-B8FE-398E657C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905" y="5553075"/>
            <a:ext cx="106108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noFill/>
          </a:ln>
        </p:spPr>
      </p:sp>
      <p:sp>
        <p:nvSpPr>
          <p:cNvPr id="123" name="Verify &amp; score">
            <a:extLst xmlns:a="http://schemas.openxmlformats.org/drawingml/2006/main">
              <a:ext uri="{FF2B5EF4-FFF2-40B4-BE49-F238E27FC236}">
                <a16:creationId xmlns:a16="http://schemas.microsoft.com/office/drawing/2014/main" id="{D1FD1235-8738-49CD-A37B-C7A1D1F8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955" y="5562600"/>
            <a:ext cx="10229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 &amp; score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D7B39DC-5885-44B4-B940-D8180DF1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553075"/>
            <a:ext cx="106108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noFill/>
          </a:ln>
        </p:spPr>
      </p:sp>
      <p:sp>
        <p:nvSpPr>
          <p:cNvPr id="125" name="Responder decides">
            <a:extLst xmlns:a="http://schemas.openxmlformats.org/drawingml/2006/main">
              <a:ext uri="{FF2B5EF4-FFF2-40B4-BE49-F238E27FC236}">
                <a16:creationId xmlns:a16="http://schemas.microsoft.com/office/drawing/2014/main" id="{0D531EC2-3700-4632-9B62-8516428D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5562600"/>
            <a:ext cx="10229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Responder decides</a:t>
            </a:r>
          </a:p>
        </p:txBody>
      </p:sp>
      <p:cxnSp>
        <p:nvCxnSpPr>
          <p:cNvPr id="312" name=""/>
          <p:cNvCxnSpPr>
            <a:stCxn xmlns:a="http://schemas.openxmlformats.org/drawingml/2006/main" id="116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3080385" y="57054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313" name=""/>
          <p:cNvCxnSpPr>
            <a:stCxn xmlns:a="http://schemas.openxmlformats.org/drawingml/2006/main" id="118" idx="3"/>
            <a:endCxn xmlns:a="http://schemas.openxmlformats.org/drawingml/2006/main" id="120" idx="1"/>
          </p:cNvCxnSpPr>
          <p:nvPr/>
        </p:nvCxnSpPr>
        <p:spPr>
          <a:xfrm xmlns:a="http://schemas.openxmlformats.org/drawingml/2006/main">
            <a:off x="4312920" y="57054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314" name=""/>
          <p:cNvCxnSpPr>
            <a:stCxn xmlns:a="http://schemas.openxmlformats.org/drawingml/2006/main" id="120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5545455" y="57054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315" name=""/>
          <p:cNvCxnSpPr>
            <a:stCxn xmlns:a="http://schemas.openxmlformats.org/drawingml/2006/main" id="122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6777990" y="57054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57D04B1-88C1-41D8-B0BC-C06B3A3E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197" y="53340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D585DCC-7DA9-4899-B225-AB580E6F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341" y="53340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F966511-BA5C-4C71-93F9-FAF8F1C0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484" y="53340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83612DD-B619-41F7-BF00-3557F1A1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628" y="53340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E3BA531-389F-4718-B3CE-4335562B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843" y="5429250"/>
            <a:ext cx="47617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DCABF9E-919A-425A-BF61-48D4673F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366" y="542877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322" name=""/>
          <p:cNvCxnSpPr>
            <a:stCxn xmlns:a="http://schemas.openxmlformats.org/drawingml/2006/main" id="13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2549843" y="5429727"/>
            <a:ext cx="0" cy="12334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43AB067-D237-4B5F-8F46-1451AD31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024" y="512873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324" name=""/>
          <p:cNvCxnSpPr>
            <a:stCxn xmlns:a="http://schemas.openxmlformats.org/drawingml/2006/main" id="137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 flipV="1">
            <a:off x="1333977" y="5129213"/>
            <a:ext cx="685323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85CDD96-B99A-48EE-84F8-1AAAEF5A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10100"/>
            <a:ext cx="209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5059D65-E798-4FD4-9C00-988DDD20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899" y="423814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327" name=""/>
          <p:cNvCxnSpPr>
            <a:stCxn xmlns:a="http://schemas.openxmlformats.org/drawingml/2006/main" id="82" idx="3"/>
            <a:endCxn xmlns:a="http://schemas.openxmlformats.org/drawingml/2006/main" id="140" idx="1"/>
          </p:cNvCxnSpPr>
          <p:nvPr/>
        </p:nvCxnSpPr>
        <p:spPr>
          <a:xfrm xmlns:a="http://schemas.openxmlformats.org/drawingml/2006/main">
            <a:off x="8010525" y="4238625"/>
            <a:ext cx="32337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6A22"/>
            </a:solidFill>
            <a:tailEnd type="none" w="sm" len="sm"/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2235001-2857-48C6-B77D-C173FFF4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899" y="57049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329" name=""/>
          <p:cNvCxnSpPr>
            <a:stCxn xmlns:a="http://schemas.openxmlformats.org/drawingml/2006/main" id="124" idx="3"/>
            <a:endCxn xmlns:a="http://schemas.openxmlformats.org/drawingml/2006/main" id="142" idx="1"/>
          </p:cNvCxnSpPr>
          <p:nvPr/>
        </p:nvCxnSpPr>
        <p:spPr>
          <a:xfrm xmlns:a="http://schemas.openxmlformats.org/drawingml/2006/main">
            <a:off x="8010525" y="5705475"/>
            <a:ext cx="323374" cy="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6A22"/>
            </a:solidFill>
            <a:tailEnd type="none" w="sm" len="sm"/>
          </a:ln>
        </p:spPr>
      </p:cxn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7BAB458-9116-4E6C-ADA1-B7C46419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43163"/>
            <a:ext cx="0" cy="3262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6A22"/>
            </a:solidFill>
            <a:prstDash val="dash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D409DE6-1B40-45FD-B051-5C383A6F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899" y="244268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332" name=""/>
          <p:cNvCxnSpPr>
            <a:stCxn xmlns:a="http://schemas.openxmlformats.org/drawingml/2006/main" id="145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8096250" y="2443163"/>
            <a:ext cx="23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6A22"/>
            </a:solidFill>
            <a:tailEnd type="triangle" w="sm" len="sm"/>
          </a:ln>
        </p:spPr>
      </p:cxnSp>
      <p:sp>
        <p:nvSpPr>
          <p:cNvPr id="147" name="results update the knowledge">
            <a:extLst xmlns:a="http://schemas.openxmlformats.org/drawingml/2006/main">
              <a:ext uri="{FF2B5EF4-FFF2-40B4-BE49-F238E27FC236}">
                <a16:creationId xmlns:a16="http://schemas.microsoft.com/office/drawing/2014/main" id="{894671E0-F736-4918-A9A8-91BE38FA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924550"/>
            <a:ext cx="2609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A66A2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A66A22"/>
                </a:solidFill>
                <a:latin typeface="Arial"/>
                <a:ea typeface="Arial"/>
                <a:cs typeface="Arial"/>
              </a:rPr>
              <a:t>results update the knowledge</a:t>
            </a:r>
          </a:p>
        </p:txBody>
      </p:sp>
      <p:pic>
        <p:nvPicPr>
          <p:cNvPr id="3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26ea60a4d4c55"/>
          <a:stretch xmlns:a="http://schemas.openxmlformats.org/drawingml/2006/main"/>
        </p:blipFill>
        <p:spPr>
          <a:xfrm xmlns:a="http://schemas.openxmlformats.org/drawingml/2006/main">
            <a:off x="7858125" y="3171825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3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a3fb5ec724eb7"/>
          <a:stretch xmlns:a="http://schemas.openxmlformats.org/drawingml/2006/main"/>
        </p:blipFill>
        <p:spPr>
          <a:xfrm xmlns:a="http://schemas.openxmlformats.org/drawingml/2006/main">
            <a:off x="7858125" y="4638675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3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83c7fff8340a4"/>
          <a:stretch xmlns:a="http://schemas.openxmlformats.org/drawingml/2006/main"/>
        </p:blipFill>
        <p:spPr>
          <a:xfrm xmlns:a="http://schemas.openxmlformats.org/drawingml/2006/main">
            <a:off x="1476375" y="61245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151" name="Access">
            <a:extLst xmlns:a="http://schemas.openxmlformats.org/drawingml/2006/main">
              <a:ext uri="{FF2B5EF4-FFF2-40B4-BE49-F238E27FC236}">
                <a16:creationId xmlns:a16="http://schemas.microsoft.com/office/drawing/2014/main" id="{6C77DEC0-60FA-4350-B26C-FD7DB3CF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6086475"/>
            <a:ext cx="542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152" name="Chat · REST API · MCP">
            <a:extLst xmlns:a="http://schemas.openxmlformats.org/drawingml/2006/main">
              <a:ext uri="{FF2B5EF4-FFF2-40B4-BE49-F238E27FC236}">
                <a16:creationId xmlns:a16="http://schemas.microsoft.com/office/drawing/2014/main" id="{7EA23E8B-3028-491D-BC01-B0A984A8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086475"/>
            <a:ext cx="1857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Chat · REST API · MCP</a:t>
            </a:r>
          </a:p>
        </p:txBody>
      </p:sp>
      <p:sp>
        <p:nvSpPr>
          <p:cNvPr id="153" name="for people and any AI tool">
            <a:extLst xmlns:a="http://schemas.openxmlformats.org/drawingml/2006/main">
              <a:ext uri="{FF2B5EF4-FFF2-40B4-BE49-F238E27FC236}">
                <a16:creationId xmlns:a16="http://schemas.microsoft.com/office/drawing/2014/main" id="{DF8689CF-8494-441B-91EE-5841244E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86475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for people and any AI tool</a:t>
            </a:r>
          </a:p>
        </p:txBody>
      </p:sp>
      <p:sp>
        <p:nvSpPr>
          <p:cNvPr id="154" name="OpenAI or Claude">
            <a:extLst xmlns:a="http://schemas.openxmlformats.org/drawingml/2006/main">
              <a:ext uri="{FF2B5EF4-FFF2-40B4-BE49-F238E27FC236}">
                <a16:creationId xmlns:a16="http://schemas.microsoft.com/office/drawing/2014/main" id="{F557133A-236A-4733-A60C-D0CABB86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86475"/>
            <a:ext cx="1057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OpenAI or Claude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8B1F5B6-E6EC-449A-A9EB-0C88CF55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607695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1639205-DFB9-45ED-9FC3-DAE717D7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632460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157" name="KEY FEATURES">
            <a:extLst xmlns:a="http://schemas.openxmlformats.org/drawingml/2006/main">
              <a:ext uri="{FF2B5EF4-FFF2-40B4-BE49-F238E27FC236}">
                <a16:creationId xmlns:a16="http://schemas.microsoft.com/office/drawing/2014/main" id="{AAB19400-F8DA-4E20-9A58-16EEB5C7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38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KEY FEATURES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D711CFD-6888-4A67-B78B-068E80E4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1715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Organizations:  </a:t>
            </a:r>
            <a:r>
              <a:t>portfolio → product → application, access per app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3055F7CD-D407-4404-B228-D54BC643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859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Graph management:  </a:t>
            </a:r>
            <a:r>
              <a:t>source → graph → quality check → publish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3A78E75-2D4C-4ADE-B6CA-D1CD7B01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002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Code Factory:  </a:t>
            </a:r>
            <a:r>
              <a:t>ticket → plan → approval → draft PR → Re-sync Knowledge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5B61643-5228-4EB8-BC1A-AC622E77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ServiceOps:  </a:t>
            </a:r>
            <a:r>
              <a:t>incidents open with past fixes and recent changes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395B1FF-6869-4237-97B9-18C3AD68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288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Guided onboarding:  </a:t>
            </a:r>
            <a:r>
              <a:t>Onboarding checklist per application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1545AD6-C6C2-4ADC-8BF6-5994E514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43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Usage tracking:  </a:t>
            </a:r>
            <a:r>
              <a:t>AI cost per call, per application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13E99EA-D4CD-448B-9914-280AEFE2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575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Connectors:  </a:t>
            </a:r>
            <a:r>
              <a:t>Jira, ServiceNow and GitHub synced on a schedule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3858C618-F4F5-4A39-961F-4BD77634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480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166" name="KEY DIFFERENTIATORS">
            <a:extLst xmlns:a="http://schemas.openxmlformats.org/drawingml/2006/main">
              <a:ext uri="{FF2B5EF4-FFF2-40B4-BE49-F238E27FC236}">
                <a16:creationId xmlns:a16="http://schemas.microsoft.com/office/drawing/2014/main" id="{9166149B-EDE0-45E4-9BF4-1D8BDF32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528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KEY DIFFERENTIATORS</a:t>
            </a:r>
          </a:p>
        </p:txBody>
      </p:sp>
      <p:sp>
        <p:nvSpPr>
          <p:cNvPr id="167" name="Answers that prove themselves">
            <a:extLst xmlns:a="http://schemas.openxmlformats.org/drawingml/2006/main">
              <a:ext uri="{FF2B5EF4-FFF2-40B4-BE49-F238E27FC236}">
                <a16:creationId xmlns:a16="http://schemas.microsoft.com/office/drawing/2014/main" id="{082381ED-0FF4-4680-AEC0-4828F428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814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Answers that prove themselves</a:t>
            </a:r>
          </a:p>
        </p:txBody>
      </p:sp>
      <p:sp>
        <p:nvSpPr>
          <p:cNvPr id="168" name="Every answer is traceable to a verified source.">
            <a:extLst xmlns:a="http://schemas.openxmlformats.org/drawingml/2006/main">
              <a:ext uri="{FF2B5EF4-FFF2-40B4-BE49-F238E27FC236}">
                <a16:creationId xmlns:a16="http://schemas.microsoft.com/office/drawing/2014/main" id="{787FF5F6-3443-4B74-95FF-D401F6B5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528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Every answer is traceable to a verified source.</a:t>
            </a:r>
          </a:p>
        </p:txBody>
      </p:sp>
      <p:sp>
        <p:nvSpPr>
          <p:cNvPr id="169" name="One brain for build and run">
            <a:extLst xmlns:a="http://schemas.openxmlformats.org/drawingml/2006/main">
              <a:ext uri="{FF2B5EF4-FFF2-40B4-BE49-F238E27FC236}">
                <a16:creationId xmlns:a16="http://schemas.microsoft.com/office/drawing/2014/main" id="{D572CE0B-2780-4BDD-BFED-61E749B4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005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One brain for build and run</a:t>
            </a:r>
          </a:p>
        </p:txBody>
      </p:sp>
      <p:sp>
        <p:nvSpPr>
          <p:cNvPr id="170" name="Every resolved incident strengthens the next respo">
            <a:extLst xmlns:a="http://schemas.openxmlformats.org/drawingml/2006/main">
              <a:ext uri="{FF2B5EF4-FFF2-40B4-BE49-F238E27FC236}">
                <a16:creationId xmlns:a16="http://schemas.microsoft.com/office/drawing/2014/main" id="{759665A0-0343-4C1C-BA48-2960BAF6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719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Every resolved incident strengthens the next response.</a:t>
            </a:r>
          </a:p>
        </p:txBody>
      </p:sp>
      <p:sp>
        <p:nvSpPr>
          <p:cNvPr id="171" name="Knowledge released like software">
            <a:extLst xmlns:a="http://schemas.openxmlformats.org/drawingml/2006/main">
              <a:ext uri="{FF2B5EF4-FFF2-40B4-BE49-F238E27FC236}">
                <a16:creationId xmlns:a16="http://schemas.microsoft.com/office/drawing/2014/main" id="{53533345-62FA-47EB-998A-60D8E8A4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19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Knowledge released like software</a:t>
            </a:r>
          </a:p>
        </p:txBody>
      </p:sp>
      <p:sp>
        <p:nvSpPr>
          <p:cNvPr id="172" name="All knowledge is reviewed and approved before use.">
            <a:extLst xmlns:a="http://schemas.openxmlformats.org/drawingml/2006/main">
              <a:ext uri="{FF2B5EF4-FFF2-40B4-BE49-F238E27FC236}">
                <a16:creationId xmlns:a16="http://schemas.microsoft.com/office/drawing/2014/main" id="{01493165-ABE5-406F-B67E-ACC03597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910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All knowledge is reviewed and approved before use.</a:t>
            </a:r>
          </a:p>
        </p:txBody>
      </p:sp>
      <p:sp>
        <p:nvSpPr>
          <p:cNvPr id="173" name="Always up to date">
            <a:extLst xmlns:a="http://schemas.openxmlformats.org/drawingml/2006/main">
              <a:ext uri="{FF2B5EF4-FFF2-40B4-BE49-F238E27FC236}">
                <a16:creationId xmlns:a16="http://schemas.microsoft.com/office/drawing/2014/main" id="{ECE5171F-CFDD-4D83-8C7D-53DF44EE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387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Always up to date</a:t>
            </a:r>
          </a:p>
        </p:txBody>
      </p:sp>
      <p:sp>
        <p:nvSpPr>
          <p:cNvPr id="174" name="Sources and knowledge refresh after major changes,">
            <a:extLst xmlns:a="http://schemas.openxmlformats.org/drawingml/2006/main">
              <a:ext uri="{FF2B5EF4-FFF2-40B4-BE49-F238E27FC236}">
                <a16:creationId xmlns:a16="http://schemas.microsoft.com/office/drawing/2014/main" id="{97AF2B93-B5D3-44E2-8A45-A84A4AD9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101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Sources and knowledge refresh after major changes, like a bug fix.</a:t>
            </a:r>
          </a:p>
        </p:txBody>
      </p:sp>
      <p:sp>
        <p:nvSpPr>
          <p:cNvPr id="175" name="Requirements and code in one graph">
            <a:extLst xmlns:a="http://schemas.openxmlformats.org/drawingml/2006/main">
              <a:ext uri="{FF2B5EF4-FFF2-40B4-BE49-F238E27FC236}">
                <a16:creationId xmlns:a16="http://schemas.microsoft.com/office/drawing/2014/main" id="{9CF194AF-B490-4B9B-8C6E-7875F98F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4578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Requirements and code in one graph</a:t>
            </a:r>
          </a:p>
        </p:txBody>
      </p:sp>
      <p:sp>
        <p:nvSpPr>
          <p:cNvPr id="176" name="Every change is linked to its requirement and code">
            <a:extLst xmlns:a="http://schemas.openxmlformats.org/drawingml/2006/main">
              <a:ext uri="{FF2B5EF4-FFF2-40B4-BE49-F238E27FC236}">
                <a16:creationId xmlns:a16="http://schemas.microsoft.com/office/drawing/2014/main" id="{EE5629F7-883F-462E-B597-633BE885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629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Every change is linked to its requirement and code.</a:t>
            </a:r>
          </a:p>
        </p:txBody>
      </p:sp>
      <p:sp>
        <p:nvSpPr>
          <p:cNvPr id="177" name="Bring your own model">
            <a:extLst xmlns:a="http://schemas.openxmlformats.org/drawingml/2006/main">
              <a:ext uri="{FF2B5EF4-FFF2-40B4-BE49-F238E27FC236}">
                <a16:creationId xmlns:a16="http://schemas.microsoft.com/office/drawing/2014/main" id="{F7DE8EDC-706F-40E8-B9AD-0BA91B68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8769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Bring your own model</a:t>
            </a:r>
          </a:p>
        </p:txBody>
      </p:sp>
      <p:sp>
        <p:nvSpPr>
          <p:cNvPr id="178" name="Trusted knowledge is accessible from any AI tool.">
            <a:extLst xmlns:a="http://schemas.openxmlformats.org/drawingml/2006/main">
              <a:ext uri="{FF2B5EF4-FFF2-40B4-BE49-F238E27FC236}">
                <a16:creationId xmlns:a16="http://schemas.microsoft.com/office/drawing/2014/main" id="{3C788EA7-1EB0-40B2-9EA6-4E27FDE9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0483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Trusted knowledge is accessible from any AI tool.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75471CEA-3E63-4EDC-B632-17E8CBC6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72225"/>
            <a:ext cx="1150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180" name="TECH STACK">
            <a:extLst xmlns:a="http://schemas.openxmlformats.org/drawingml/2006/main">
              <a:ext uri="{FF2B5EF4-FFF2-40B4-BE49-F238E27FC236}">
                <a16:creationId xmlns:a16="http://schemas.microsoft.com/office/drawing/2014/main" id="{178992CF-8E81-4044-9D65-B8D65171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96050"/>
            <a:ext cx="1000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TECH STACK</a:t>
            </a:r>
          </a:p>
        </p:txBody>
      </p:sp>
      <p:sp>
        <p:nvSpPr>
          <p:cNvPr id="181" name="CORE">
            <a:extLst xmlns:a="http://schemas.openxmlformats.org/drawingml/2006/main">
              <a:ext uri="{FF2B5EF4-FFF2-40B4-BE49-F238E27FC236}">
                <a16:creationId xmlns:a16="http://schemas.microsoft.com/office/drawing/2014/main" id="{AB504E48-F08C-4989-A801-31F89751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9605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182" name="Python · Django · PostgreSQL">
            <a:extLst xmlns:a="http://schemas.openxmlformats.org/drawingml/2006/main">
              <a:ext uri="{FF2B5EF4-FFF2-40B4-BE49-F238E27FC236}">
                <a16:creationId xmlns:a16="http://schemas.microsoft.com/office/drawing/2014/main" id="{54F1BACC-BEB0-49B9-A207-B3385856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477000"/>
            <a:ext cx="2124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32D46"/>
                </a:solidFill>
                <a:latin typeface="Arial"/>
                <a:ea typeface="Arial"/>
                <a:cs typeface="Arial"/>
              </a:rPr>
              <a:t>Python · Django · PostgreSQL</a:t>
            </a:r>
          </a:p>
        </p:txBody>
      </p:sp>
      <p:sp>
        <p:nvSpPr>
          <p:cNvPr id="183" name="AI &amp; GRAPH">
            <a:extLst xmlns:a="http://schemas.openxmlformats.org/drawingml/2006/main">
              <a:ext uri="{FF2B5EF4-FFF2-40B4-BE49-F238E27FC236}">
                <a16:creationId xmlns:a16="http://schemas.microsoft.com/office/drawing/2014/main" id="{05393761-E38C-4204-871D-82D2879A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49605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AI &amp; GRAPH</a:t>
            </a:r>
          </a:p>
        </p:txBody>
      </p:sp>
      <p:sp>
        <p:nvSpPr>
          <p:cNvPr id="184" name="OpenAI Agents SDK · Claude Agent SDK · Graphify">
            <a:extLst xmlns:a="http://schemas.openxmlformats.org/drawingml/2006/main">
              <a:ext uri="{FF2B5EF4-FFF2-40B4-BE49-F238E27FC236}">
                <a16:creationId xmlns:a16="http://schemas.microsoft.com/office/drawing/2014/main" id="{6334C812-15F7-45D2-8425-78BBB9E0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477000"/>
            <a:ext cx="3724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32D46"/>
                </a:solidFill>
                <a:latin typeface="Arial"/>
                <a:ea typeface="Arial"/>
                <a:cs typeface="Arial"/>
              </a:rPr>
              <a:t>OpenAI Agents SDK · Claude Agent SDK · Graphify</a:t>
            </a:r>
          </a:p>
        </p:txBody>
      </p:sp>
      <p:sp>
        <p:nvSpPr>
          <p:cNvPr id="185" name="SUPPORTING">
            <a:extLst xmlns:a="http://schemas.openxmlformats.org/drawingml/2006/main">
              <a:ext uri="{FF2B5EF4-FFF2-40B4-BE49-F238E27FC236}">
                <a16:creationId xmlns:a16="http://schemas.microsoft.com/office/drawing/2014/main" id="{8095D95C-7C09-4A0A-A091-B2B215F5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496050"/>
            <a:ext cx="76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SUPPORTING</a:t>
            </a:r>
          </a:p>
        </p:txBody>
      </p:sp>
      <p:sp>
        <p:nvSpPr>
          <p:cNvPr id="186" name="MarkItDown · MCP · Docker">
            <a:extLst xmlns:a="http://schemas.openxmlformats.org/drawingml/2006/main">
              <a:ext uri="{FF2B5EF4-FFF2-40B4-BE49-F238E27FC236}">
                <a16:creationId xmlns:a16="http://schemas.microsoft.com/office/drawing/2014/main" id="{FF73633E-1B3D-4EB2-86D1-42A55C4B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4770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32D46"/>
                </a:solidFill>
                <a:latin typeface="Arial"/>
                <a:ea typeface="Arial"/>
                <a:cs typeface="Arial"/>
              </a:rPr>
              <a:t>MarkItDown · MCP · Docker</a:t>
            </a:r>
          </a:p>
        </p:txBody>
      </p:sp>
    </p:spTree>
    <p:extLst>
      <p:ext uri="{BB962C8B-B14F-4D97-AF65-F5344CB8AC3E}">
        <p14:creationId xmlns:p14="http://schemas.microsoft.com/office/powerpoint/2010/main" val="812347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2026-09-25T16:32:17.0230000Z</dcterms:created>
  <dcterms:modified xsi:type="dcterms:W3CDTF">2026-09-25T16:32:17.0230000Z</dcterms:modified>
</coreProperties>
</file>