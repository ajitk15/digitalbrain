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e35473c644cbe" /><Relationship Type="http://schemas.openxmlformats.org/officeDocument/2006/relationships/extended-properties" Target="/docProps/app.xml" Id="R5e731a80293b4d19" /><Relationship Type="http://schemas.openxmlformats.org/officeDocument/2006/relationships/officeDocument" Target="/ppt/presentation.xml" Id="Rbf8d01ae4ca843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743c23e7ac45bb"/>
  </p:sldMasterIdLst>
  <p:notesMasterIdLst>
    <p:notesMasterId xmlns:r="http://schemas.openxmlformats.org/officeDocument/2006/relationships" r:id="R68683deb43224ce2"/>
  </p:notesMasterIdLst>
  <p:sldIdLst>
    <p:sldId xmlns:r="http://schemas.openxmlformats.org/officeDocument/2006/relationships" id="256" r:id="Rbe4659583dcf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826c84859a4381" /><Relationship Type="http://schemas.openxmlformats.org/officeDocument/2006/relationships/slideMaster" Target="/ppt/slideMasters/slideMaster1.xml" Id="Red743c23e7ac45bb" /><Relationship Type="http://schemas.openxmlformats.org/officeDocument/2006/relationships/notesMaster" Target="/ppt/notesMasters/notesMaster1.xml" Id="R68683deb43224ce2" /><Relationship Type="http://schemas.openxmlformats.org/officeDocument/2006/relationships/presProps" Target="/ppt/presProps.xml" Id="R62e88c172e074319" /><Relationship Type="http://schemas.openxmlformats.org/officeDocument/2006/relationships/tableStyles" Target="/ppt/tableStyles.xml" Id="R85cf5ec5d949436b" /><Relationship Type="http://schemas.openxmlformats.org/officeDocument/2006/relationships/slide" Target="/ppt/slides/slide1.xml" Id="Rbe4659583dcf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73fc8a26c74e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5035b3bd994206" /><Relationship Type="http://schemas.openxmlformats.org/officeDocument/2006/relationships/notesMaster" Target="/ppt/notesMasters/notesMaster1.xml" Id="Rd139a600508444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b423ead31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1850f9353546da" /><Relationship Type="http://schemas.openxmlformats.org/officeDocument/2006/relationships/slideLayout" Target="/ppt/slideLayouts/slideLayout1.xml" Id="Rc8b7c86c106540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7c86c106540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68a85955449e1" /><Relationship Type="http://schemas.openxmlformats.org/officeDocument/2006/relationships/image" Target="/ppt/media/image.png" Id="Rd2a1c9a745744d7c" /><Relationship Type="http://schemas.openxmlformats.org/officeDocument/2006/relationships/image" Target="/ppt/media/image2.png" Id="Rffa6cc7bc9f44ca4" /><Relationship Type="http://schemas.openxmlformats.org/officeDocument/2006/relationships/image" Target="/ppt/media/image3.png" Id="R172140acf2974797" /><Relationship Type="http://schemas.openxmlformats.org/officeDocument/2006/relationships/image" Target="/ppt/media/image4.png" Id="R8f4f4c14cb18413c" /><Relationship Type="http://schemas.openxmlformats.org/officeDocument/2006/relationships/image" Target="/ppt/media/image5.png" Id="R163e72499b4d467d" /><Relationship Type="http://schemas.openxmlformats.org/officeDocument/2006/relationships/image" Target="/ppt/media/image6.png" Id="Rb33c48db596e452c" /><Relationship Type="http://schemas.openxmlformats.org/officeDocument/2006/relationships/image" Target="/ppt/media/image7.png" Id="R86b9eb14ab064dff" /><Relationship Type="http://schemas.openxmlformats.org/officeDocument/2006/relationships/image" Target="/ppt/media/image8.png" Id="R29f004080a944c4e" /><Relationship Type="http://schemas.openxmlformats.org/officeDocument/2006/relationships/image" Target="/ppt/media/image9.png" Id="R93a5617ac7ea4fe1" /><Relationship Type="http://schemas.openxmlformats.org/officeDocument/2006/relationships/notesSlide" Target="/ppt/notesSlides/notesSlide1.xml" Id="Re872e0ab99a049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Digital Brain">
            <a:extLst xmlns:a="http://schemas.openxmlformats.org/drawingml/2006/main">
              <a:ext uri="{FF2B5EF4-FFF2-40B4-BE49-F238E27FC236}">
                <a16:creationId xmlns:a16="http://schemas.microsoft.com/office/drawing/2014/main" id="{EA501DEB-9E06-41B4-B1F6-72FFA14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9A1DFDDA-603C-4C48-8BBE-F53DC289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Connect">
            <a:extLst xmlns:a="http://schemas.openxmlformats.org/drawingml/2006/main">
              <a:ext uri="{FF2B5EF4-FFF2-40B4-BE49-F238E27FC236}">
                <a16:creationId xmlns:a16="http://schemas.microsoft.com/office/drawing/2014/main" id="{BB73853E-37E2-4239-9A14-9ABA3311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66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4" name="pluggable&#10;connectors">
            <a:extLst xmlns:a="http://schemas.openxmlformats.org/drawingml/2006/main">
              <a:ext uri="{FF2B5EF4-FFF2-40B4-BE49-F238E27FC236}">
                <a16:creationId xmlns:a16="http://schemas.microsoft.com/office/drawing/2014/main" id="{C3706BE5-361D-4912-841C-63216143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240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pluggable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connectors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EFB1F-2014-49D3-AEBA-E2D3E5E9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1c9a745744d7c"/>
          <a:stretch xmlns:a="http://schemas.openxmlformats.org/drawingml/2006/main"/>
        </p:blipFill>
        <p:spPr>
          <a:xfrm xmlns:a="http://schemas.openxmlformats.org/drawingml/2006/main">
            <a:off x="18478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Upload &amp; links">
            <a:extLst xmlns:a="http://schemas.openxmlformats.org/drawingml/2006/main">
              <a:ext uri="{FF2B5EF4-FFF2-40B4-BE49-F238E27FC236}">
                <a16:creationId xmlns:a16="http://schemas.microsoft.com/office/drawing/2014/main" id="{58E99BCB-AC95-4426-A010-47D067F8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Upload &amp;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C7B30-387E-4C36-94F4-8A39E6B8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81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8DD1E-D7BB-4B40-B278-6241D1A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6cc7bc9f44ca4"/>
          <a:stretch xmlns:a="http://schemas.openxmlformats.org/drawingml/2006/main"/>
        </p:blipFill>
        <p:spPr>
          <a:xfrm xmlns:a="http://schemas.openxmlformats.org/drawingml/2006/main">
            <a:off x="29527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SharePoint&#10;OneDrive">
            <a:extLst xmlns:a="http://schemas.openxmlformats.org/drawingml/2006/main">
              <a:ext uri="{FF2B5EF4-FFF2-40B4-BE49-F238E27FC236}">
                <a16:creationId xmlns:a16="http://schemas.microsoft.com/office/drawing/2014/main" id="{497BFAFB-958B-428F-A9B7-B97482F1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SharePoint</a:t>
            </a:r>
          </a:p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OneDrive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23DC1-B395-499C-83A3-1D12761D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1981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240DB-953E-431E-936E-23BD7575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140acf2974797"/>
          <a:stretch xmlns:a="http://schemas.openxmlformats.org/drawingml/2006/main"/>
        </p:blipFill>
        <p:spPr>
          <a:xfrm xmlns:a="http://schemas.openxmlformats.org/drawingml/2006/main">
            <a:off x="40576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GitHub">
            <a:extLst xmlns:a="http://schemas.openxmlformats.org/drawingml/2006/main">
              <a:ext uri="{FF2B5EF4-FFF2-40B4-BE49-F238E27FC236}">
                <a16:creationId xmlns:a16="http://schemas.microsoft.com/office/drawing/2014/main" id="{7DBBDF29-AD3F-43D8-AB89-9FEF4D52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E8749-0B97-4669-8067-5AA67C9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1981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43B93-DF41-48A4-9235-9DE23D63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f4c14cb18413c"/>
          <a:stretch xmlns:a="http://schemas.openxmlformats.org/drawingml/2006/main"/>
        </p:blipFill>
        <p:spPr>
          <a:xfrm xmlns:a="http://schemas.openxmlformats.org/drawingml/2006/main">
            <a:off x="51625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Jira">
            <a:extLst xmlns:a="http://schemas.openxmlformats.org/drawingml/2006/main">
              <a:ext uri="{FF2B5EF4-FFF2-40B4-BE49-F238E27FC236}">
                <a16:creationId xmlns:a16="http://schemas.microsoft.com/office/drawing/2014/main" id="{3B218DDE-CADD-4E6A-9EC1-C8925BB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4810A-178F-4744-B29B-86151622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981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34162-4631-4525-B7CE-D3132F65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e72499b4d467d"/>
          <a:stretch xmlns:a="http://schemas.openxmlformats.org/drawingml/2006/main"/>
        </p:blipFill>
        <p:spPr>
          <a:xfrm xmlns:a="http://schemas.openxmlformats.org/drawingml/2006/main">
            <a:off x="62674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ServiceNow">
            <a:extLst xmlns:a="http://schemas.openxmlformats.org/drawingml/2006/main">
              <a:ext uri="{FF2B5EF4-FFF2-40B4-BE49-F238E27FC236}">
                <a16:creationId xmlns:a16="http://schemas.microsoft.com/office/drawing/2014/main" id="{47246F0E-F9BA-43F7-9D9E-EF8C050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ServiceNow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4BDD8-9A7E-4A6A-9691-F85A9B3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1981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35FD2-BE62-41D6-92AC-E66B809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228725"/>
            <a:ext cx="100012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c48db596e452c"/>
          <a:stretch xmlns:a="http://schemas.openxmlformats.org/drawingml/2006/main"/>
        </p:blipFill>
        <p:spPr>
          <a:xfrm xmlns:a="http://schemas.openxmlformats.org/drawingml/2006/main">
            <a:off x="7372350" y="1323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7" name="Add more">
            <a:extLst xmlns:a="http://schemas.openxmlformats.org/drawingml/2006/main">
              <a:ext uri="{FF2B5EF4-FFF2-40B4-BE49-F238E27FC236}">
                <a16:creationId xmlns:a16="http://schemas.microsoft.com/office/drawing/2014/main" id="{CB8F6ECE-6AAC-4667-BF66-EE2C2B62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192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Add more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04DBA-B5B1-4DDA-95F6-39BCFCC4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9812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2A55F6-025E-42C8-8F54-5F334D91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20764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957CCA-8CC2-41C2-A48B-DC18A8FE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076450"/>
            <a:ext cx="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31" name="↓">
            <a:extLst xmlns:a="http://schemas.openxmlformats.org/drawingml/2006/main">
              <a:ext uri="{FF2B5EF4-FFF2-40B4-BE49-F238E27FC236}">
                <a16:creationId xmlns:a16="http://schemas.microsoft.com/office/drawing/2014/main" id="{FE193E50-60FB-46D5-B6A5-65B73071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95500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2" name="Ingest">
            <a:extLst xmlns:a="http://schemas.openxmlformats.org/drawingml/2006/main">
              <a:ext uri="{FF2B5EF4-FFF2-40B4-BE49-F238E27FC236}">
                <a16:creationId xmlns:a16="http://schemas.microsoft.com/office/drawing/2014/main" id="{0A9CB2AD-9CA5-4B33-8C81-3D037EC6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384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33" name="safe &amp;&#10;traceable">
            <a:extLst xmlns:a="http://schemas.openxmlformats.org/drawingml/2006/main">
              <a:ext uri="{FF2B5EF4-FFF2-40B4-BE49-F238E27FC236}">
                <a16:creationId xmlns:a16="http://schemas.microsoft.com/office/drawing/2014/main" id="{99F44626-868E-40B1-9CDD-469B7BAA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14625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safe &amp;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799D2-FA1A-4A47-A690-810678CC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5" name="Secure upload">
            <a:extLst xmlns:a="http://schemas.openxmlformats.org/drawingml/2006/main">
              <a:ext uri="{FF2B5EF4-FFF2-40B4-BE49-F238E27FC236}">
                <a16:creationId xmlns:a16="http://schemas.microsoft.com/office/drawing/2014/main" id="{20B0972B-03C3-47E8-9CCD-610F4855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Secure upload</a:t>
            </a:r>
          </a:p>
        </p:txBody>
      </p:sp>
      <p:sp>
        <p:nvSpPr>
          <p:cNvPr id="36" name="held privately">
            <a:extLst xmlns:a="http://schemas.openxmlformats.org/drawingml/2006/main">
              <a:ext uri="{FF2B5EF4-FFF2-40B4-BE49-F238E27FC236}">
                <a16:creationId xmlns:a16="http://schemas.microsoft.com/office/drawing/2014/main" id="{D19FE77D-546A-4936-83E5-490D2203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held privately</a:t>
            </a:r>
          </a:p>
        </p:txBody>
      </p:sp>
      <p:sp>
        <p:nvSpPr>
          <p:cNvPr id="37" name="→">
            <a:extLst xmlns:a="http://schemas.openxmlformats.org/drawingml/2006/main">
              <a:ext uri="{FF2B5EF4-FFF2-40B4-BE49-F238E27FC236}">
                <a16:creationId xmlns:a16="http://schemas.microsoft.com/office/drawing/2014/main" id="{BF85004C-B9FC-4015-A8AD-7B19F3A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43175"/>
            <a:ext cx="18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23C030-6BC3-4943-A261-96804D0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9" name="Security scan">
            <a:extLst xmlns:a="http://schemas.openxmlformats.org/drawingml/2006/main">
              <a:ext uri="{FF2B5EF4-FFF2-40B4-BE49-F238E27FC236}">
                <a16:creationId xmlns:a16="http://schemas.microsoft.com/office/drawing/2014/main" id="{9EB8DAFE-7586-4746-BB41-7E94ADE7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Security scan</a:t>
            </a:r>
          </a:p>
        </p:txBody>
      </p:sp>
      <p:sp>
        <p:nvSpPr>
          <p:cNvPr id="40" name="unsafe files blocked">
            <a:extLst xmlns:a="http://schemas.openxmlformats.org/drawingml/2006/main">
              <a:ext uri="{FF2B5EF4-FFF2-40B4-BE49-F238E27FC236}">
                <a16:creationId xmlns:a16="http://schemas.microsoft.com/office/drawing/2014/main" id="{A6A9E85C-A72B-4D03-B36C-ECFB39B7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unsafe files blocked</a:t>
            </a:r>
          </a:p>
        </p:txBody>
      </p:sp>
      <p:sp>
        <p:nvSpPr>
          <p:cNvPr id="41" name="→">
            <a:extLst xmlns:a="http://schemas.openxmlformats.org/drawingml/2006/main">
              <a:ext uri="{FF2B5EF4-FFF2-40B4-BE49-F238E27FC236}">
                <a16:creationId xmlns:a16="http://schemas.microsoft.com/office/drawing/2014/main" id="{C16DB602-7E42-418F-8805-C50ED514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43175"/>
            <a:ext cx="18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E5896D-97AB-4A87-B9CC-CC5B1C02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43" name="To Markdown">
            <a:extLst xmlns:a="http://schemas.openxmlformats.org/drawingml/2006/main">
              <a:ext uri="{FF2B5EF4-FFF2-40B4-BE49-F238E27FC236}">
                <a16:creationId xmlns:a16="http://schemas.microsoft.com/office/drawing/2014/main" id="{BA50E36E-8FD9-4B15-B66A-54824C25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To Markdown</a:t>
            </a:r>
          </a:p>
        </p:txBody>
      </p:sp>
      <p:sp>
        <p:nvSpPr>
          <p:cNvPr id="44" name="converted offline">
            <a:extLst xmlns:a="http://schemas.openxmlformats.org/drawingml/2006/main">
              <a:ext uri="{FF2B5EF4-FFF2-40B4-BE49-F238E27FC236}">
                <a16:creationId xmlns:a16="http://schemas.microsoft.com/office/drawing/2014/main" id="{8FAC37A8-3119-4A22-A6BC-D91533C1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converted offline</a:t>
            </a:r>
          </a:p>
        </p:txBody>
      </p:sp>
      <p:sp>
        <p:nvSpPr>
          <p:cNvPr id="45" name="→">
            <a:extLst xmlns:a="http://schemas.openxmlformats.org/drawingml/2006/main">
              <a:ext uri="{FF2B5EF4-FFF2-40B4-BE49-F238E27FC236}">
                <a16:creationId xmlns:a16="http://schemas.microsoft.com/office/drawing/2014/main" id="{D9F0C9A4-4680-4163-98A8-6658FC28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43175"/>
            <a:ext cx="18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22F833-B403-4811-894E-76AC1DC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47" name="Knowledge">
            <a:extLst xmlns:a="http://schemas.openxmlformats.org/drawingml/2006/main">
              <a:ext uri="{FF2B5EF4-FFF2-40B4-BE49-F238E27FC236}">
                <a16:creationId xmlns:a16="http://schemas.microsoft.com/office/drawing/2014/main" id="{E990AB52-C8BB-4A11-AE37-05692FD3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479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8" name="version controlled">
            <a:extLst xmlns:a="http://schemas.openxmlformats.org/drawingml/2006/main">
              <a:ext uri="{FF2B5EF4-FFF2-40B4-BE49-F238E27FC236}">
                <a16:creationId xmlns:a16="http://schemas.microsoft.com/office/drawing/2014/main" id="{8F38E9B0-49E1-4974-A6BF-B080FEE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E7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7ED"/>
                </a:solidFill>
                <a:latin typeface="Arial"/>
                <a:ea typeface="Arial"/>
                <a:cs typeface="Arial"/>
              </a:rPr>
              <a:t>version controlled</a:t>
            </a:r>
          </a:p>
        </p:txBody>
      </p:sp>
      <p:sp>
        <p:nvSpPr>
          <p:cNvPr id="49" name="FORMATS">
            <a:extLst xmlns:a="http://schemas.openxmlformats.org/drawingml/2006/main">
              <a:ext uri="{FF2B5EF4-FFF2-40B4-BE49-F238E27FC236}">
                <a16:creationId xmlns:a16="http://schemas.microsoft.com/office/drawing/2014/main" id="{80447441-4E16-4A1A-BC99-407D54FC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38475"/>
            <a:ext cx="714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50" name="PDF · Word · Excel · PowerPoint · Outlook · HTML ·">
            <a:extLst xmlns:a="http://schemas.openxmlformats.org/drawingml/2006/main">
              <a:ext uri="{FF2B5EF4-FFF2-40B4-BE49-F238E27FC236}">
                <a16:creationId xmlns:a16="http://schemas.microsoft.com/office/drawing/2014/main" id="{36E76844-D832-4943-9083-1526B2CA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38475"/>
            <a:ext cx="5943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PDF · Word · Excel · PowerPoint · Outlook · HTML · CSV · JSON · XML · Text</a:t>
            </a:r>
          </a:p>
        </p:txBody>
      </p:sp>
      <p:sp>
        <p:nvSpPr>
          <p:cNvPr id="51" name="Know &amp;&#10;Act">
            <a:extLst xmlns:a="http://schemas.openxmlformats.org/drawingml/2006/main">
              <a:ext uri="{FF2B5EF4-FFF2-40B4-BE49-F238E27FC236}">
                <a16:creationId xmlns:a16="http://schemas.microsoft.com/office/drawing/2014/main" id="{16577F70-BA0A-434E-A12E-62AAAD9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1019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 &amp;</a:t>
            </a:r>
          </a:p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2" name="sealed per&#10;application">
            <a:extLst xmlns:a="http://schemas.openxmlformats.org/drawingml/2006/main">
              <a:ext uri="{FF2B5EF4-FFF2-40B4-BE49-F238E27FC236}">
                <a16:creationId xmlns:a16="http://schemas.microsoft.com/office/drawing/2014/main" id="{C336E2D3-7E36-4B70-BD52-30EBE9CB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sealed per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7D34B7-0478-4E76-9B6F-94E3EA5B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F637DD-E3B0-480B-ABD0-42652473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37AFC5-46F6-4434-AD01-038E053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67075"/>
            <a:ext cx="0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56" name="→">
            <a:extLst xmlns:a="http://schemas.openxmlformats.org/drawingml/2006/main">
              <a:ext uri="{FF2B5EF4-FFF2-40B4-BE49-F238E27FC236}">
                <a16:creationId xmlns:a16="http://schemas.microsoft.com/office/drawing/2014/main" id="{B42952A0-3C31-4BDA-BBEA-3777E45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81400"/>
            <a:ext cx="14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7" name="→">
            <a:extLst xmlns:a="http://schemas.openxmlformats.org/drawingml/2006/main">
              <a:ext uri="{FF2B5EF4-FFF2-40B4-BE49-F238E27FC236}">
                <a16:creationId xmlns:a16="http://schemas.microsoft.com/office/drawing/2014/main" id="{3C9B4150-713A-423F-A088-3C2FFE5E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43450"/>
            <a:ext cx="14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88572F-E33D-4CE3-868F-CCCA2F0A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81375"/>
            <a:ext cx="66484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59" name="CODE FACTORY">
            <a:extLst xmlns:a="http://schemas.openxmlformats.org/drawingml/2006/main">
              <a:ext uri="{FF2B5EF4-FFF2-40B4-BE49-F238E27FC236}">
                <a16:creationId xmlns:a16="http://schemas.microsoft.com/office/drawing/2014/main" id="{A78D3058-93B6-4557-90AA-B59D321B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480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CODE FACTORY</a:t>
            </a:r>
          </a:p>
        </p:txBody>
      </p:sp>
      <p:sp>
        <p:nvSpPr>
          <p:cNvPr id="60" name="USES">
            <a:extLst xmlns:a="http://schemas.openxmlformats.org/drawingml/2006/main">
              <a:ext uri="{FF2B5EF4-FFF2-40B4-BE49-F238E27FC236}">
                <a16:creationId xmlns:a16="http://schemas.microsoft.com/office/drawing/2014/main" id="{B012CFA2-0523-4BF6-B514-711763FE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957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1" name="Project docs">
            <a:extLst xmlns:a="http://schemas.openxmlformats.org/drawingml/2006/main">
              <a:ext uri="{FF2B5EF4-FFF2-40B4-BE49-F238E27FC236}">
                <a16:creationId xmlns:a16="http://schemas.microsoft.com/office/drawing/2014/main" id="{33C462AB-F85C-47ED-A2D4-83B70B99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38550"/>
            <a:ext cx="1908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Project docs</a:t>
            </a:r>
          </a:p>
        </p:txBody>
      </p:sp>
      <p:sp>
        <p:nvSpPr>
          <p:cNvPr id="62" name="knowledge graph">
            <a:extLst xmlns:a="http://schemas.openxmlformats.org/drawingml/2006/main">
              <a:ext uri="{FF2B5EF4-FFF2-40B4-BE49-F238E27FC236}">
                <a16:creationId xmlns:a16="http://schemas.microsoft.com/office/drawing/2014/main" id="{A4777C12-83B7-422B-BD10-8DD039B7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10000"/>
            <a:ext cx="1908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63" name="Code">
            <a:extLst xmlns:a="http://schemas.openxmlformats.org/drawingml/2006/main">
              <a:ext uri="{FF2B5EF4-FFF2-40B4-BE49-F238E27FC236}">
                <a16:creationId xmlns:a16="http://schemas.microsoft.com/office/drawing/2014/main" id="{28F68845-7249-4821-A321-7F0ECC94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3638550"/>
            <a:ext cx="1908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64" name="code graph">
            <a:extLst xmlns:a="http://schemas.openxmlformats.org/drawingml/2006/main">
              <a:ext uri="{FF2B5EF4-FFF2-40B4-BE49-F238E27FC236}">
                <a16:creationId xmlns:a16="http://schemas.microsoft.com/office/drawing/2014/main" id="{66A41A9B-C783-4BF7-AB6F-F87558A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3810000"/>
            <a:ext cx="1908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code graph</a:t>
            </a:r>
          </a:p>
        </p:txBody>
      </p:sp>
      <p:sp>
        <p:nvSpPr>
          <p:cNvPr id="65" name="Bug">
            <a:extLst xmlns:a="http://schemas.openxmlformats.org/drawingml/2006/main">
              <a:ext uri="{FF2B5EF4-FFF2-40B4-BE49-F238E27FC236}">
                <a16:creationId xmlns:a16="http://schemas.microsoft.com/office/drawing/2014/main" id="{32C9B7AA-2C93-4752-8DF6-B3A7BE54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638550"/>
            <a:ext cx="1908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Bug</a:t>
            </a:r>
          </a:p>
        </p:txBody>
      </p:sp>
      <p:sp>
        <p:nvSpPr>
          <p:cNvPr id="66" name="from ticket">
            <a:extLst xmlns:a="http://schemas.openxmlformats.org/drawingml/2006/main">
              <a:ext uri="{FF2B5EF4-FFF2-40B4-BE49-F238E27FC236}">
                <a16:creationId xmlns:a16="http://schemas.microsoft.com/office/drawing/2014/main" id="{4AF96A29-1EA9-4999-8F11-27B3C6D7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810000"/>
            <a:ext cx="1908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from ticket</a:t>
            </a:r>
          </a:p>
        </p:txBody>
      </p:sp>
      <p:sp>
        <p:nvSpPr>
          <p:cNvPr id="67" name="RUNS">
            <a:extLst xmlns:a="http://schemas.openxmlformats.org/drawingml/2006/main">
              <a:ext uri="{FF2B5EF4-FFF2-40B4-BE49-F238E27FC236}">
                <a16:creationId xmlns:a16="http://schemas.microsoft.com/office/drawing/2014/main" id="{C643B3BC-7148-434D-832F-BB1AC97D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1480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E099F8-506F-446C-8E14-252DC0D6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69" name="Pre-checks">
            <a:extLst xmlns:a="http://schemas.openxmlformats.org/drawingml/2006/main">
              <a:ext uri="{FF2B5EF4-FFF2-40B4-BE49-F238E27FC236}">
                <a16:creationId xmlns:a16="http://schemas.microsoft.com/office/drawing/2014/main" id="{02F460BE-385D-4E17-8849-EE8BA1F7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Pre-checks</a:t>
            </a:r>
          </a:p>
        </p:txBody>
      </p:sp>
      <p:sp>
        <p:nvSpPr>
          <p:cNvPr id="70" name="→">
            <a:extLst xmlns:a="http://schemas.openxmlformats.org/drawingml/2006/main">
              <a:ext uri="{FF2B5EF4-FFF2-40B4-BE49-F238E27FC236}">
                <a16:creationId xmlns:a16="http://schemas.microsoft.com/office/drawing/2014/main" id="{2874575D-E377-459A-A380-9AFB4894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054" y="407670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65658E3-739E-443B-ABB9-D47EA7E9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879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72" name="Analysis">
            <a:extLst xmlns:a="http://schemas.openxmlformats.org/drawingml/2006/main">
              <a:ext uri="{FF2B5EF4-FFF2-40B4-BE49-F238E27FC236}">
                <a16:creationId xmlns:a16="http://schemas.microsoft.com/office/drawing/2014/main" id="{B66EBF83-4B04-408E-BB13-9D62CA92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929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73" name="→">
            <a:extLst xmlns:a="http://schemas.openxmlformats.org/drawingml/2006/main">
              <a:ext uri="{FF2B5EF4-FFF2-40B4-BE49-F238E27FC236}">
                <a16:creationId xmlns:a16="http://schemas.microsoft.com/office/drawing/2014/main" id="{168CD9F7-7FA3-4E9B-B710-EA66D515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632" y="407670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E2F4F1D-4E1D-4EFD-80FA-CBB04D3D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457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75" name="Approve gaps">
            <a:extLst xmlns:a="http://schemas.openxmlformats.org/drawingml/2006/main">
              <a:ext uri="{FF2B5EF4-FFF2-40B4-BE49-F238E27FC236}">
                <a16:creationId xmlns:a16="http://schemas.microsoft.com/office/drawing/2014/main" id="{21C4FB0F-2213-4BE3-BC38-3789CC31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507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Approve gaps</a:t>
            </a:r>
          </a:p>
        </p:txBody>
      </p:sp>
      <p:sp>
        <p:nvSpPr>
          <p:cNvPr id="76" name="→">
            <a:extLst xmlns:a="http://schemas.openxmlformats.org/drawingml/2006/main">
              <a:ext uri="{FF2B5EF4-FFF2-40B4-BE49-F238E27FC236}">
                <a16:creationId xmlns:a16="http://schemas.microsoft.com/office/drawing/2014/main" id="{F317319A-C166-496B-AD63-FD722804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6211" y="407670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6705F7-992B-4B72-A283-F492FC5C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036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78" name="Agents">
            <a:extLst xmlns:a="http://schemas.openxmlformats.org/drawingml/2006/main">
              <a:ext uri="{FF2B5EF4-FFF2-40B4-BE49-F238E27FC236}">
                <a16:creationId xmlns:a16="http://schemas.microsoft.com/office/drawing/2014/main" id="{74799EC1-9CAA-4AA0-883A-2267AED6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086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79" name="→">
            <a:extLst xmlns:a="http://schemas.openxmlformats.org/drawingml/2006/main">
              <a:ext uri="{FF2B5EF4-FFF2-40B4-BE49-F238E27FC236}">
                <a16:creationId xmlns:a16="http://schemas.microsoft.com/office/drawing/2014/main" id="{9BB356D5-F1F3-4F8A-B36F-14135109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789" y="407670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BD813E-E077-45D3-A9E7-7AD3251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614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81" name="Pull request">
            <a:extLst xmlns:a="http://schemas.openxmlformats.org/drawingml/2006/main">
              <a:ext uri="{FF2B5EF4-FFF2-40B4-BE49-F238E27FC236}">
                <a16:creationId xmlns:a16="http://schemas.microsoft.com/office/drawing/2014/main" id="{68E8C050-F662-48B3-BBC7-6D3AE8B4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664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82" name="→">
            <a:extLst xmlns:a="http://schemas.openxmlformats.org/drawingml/2006/main">
              <a:ext uri="{FF2B5EF4-FFF2-40B4-BE49-F238E27FC236}">
                <a16:creationId xmlns:a16="http://schemas.microsoft.com/office/drawing/2014/main" id="{05B88BCF-FC12-465C-810B-63171517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368" y="407670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9C8D77-7056-4653-94BC-C9F3317D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193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84" name="Tests">
            <a:extLst xmlns:a="http://schemas.openxmlformats.org/drawingml/2006/main">
              <a:ext uri="{FF2B5EF4-FFF2-40B4-BE49-F238E27FC236}">
                <a16:creationId xmlns:a16="http://schemas.microsoft.com/office/drawing/2014/main" id="{E5ECB70F-F894-4D98-8E5A-CCA29A2A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243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85" name="→">
            <a:extLst xmlns:a="http://schemas.openxmlformats.org/drawingml/2006/main">
              <a:ext uri="{FF2B5EF4-FFF2-40B4-BE49-F238E27FC236}">
                <a16:creationId xmlns:a16="http://schemas.microsoft.com/office/drawing/2014/main" id="{424F5C77-C094-48A4-90A6-D74A1BEA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6946" y="407670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C5F4412-0BEB-49A4-9C45-C5BA1408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771" y="4048125"/>
            <a:ext cx="749754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noFill/>
          </a:ln>
        </p:spPr>
      </p:sp>
      <p:sp>
        <p:nvSpPr>
          <p:cNvPr id="87" name="Re-sync">
            <a:extLst xmlns:a="http://schemas.openxmlformats.org/drawingml/2006/main">
              <a:ext uri="{FF2B5EF4-FFF2-40B4-BE49-F238E27FC236}">
                <a16:creationId xmlns:a16="http://schemas.microsoft.com/office/drawing/2014/main" id="{3F1FF79F-0EF2-4A88-B617-72531D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821" y="4076700"/>
            <a:ext cx="71165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Re-sync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05DA9A-A0AC-4B9E-8DDB-32CDFF2E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43425"/>
            <a:ext cx="66484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89" name="SERVICEOPS">
            <a:extLst xmlns:a="http://schemas.openxmlformats.org/drawingml/2006/main">
              <a:ext uri="{FF2B5EF4-FFF2-40B4-BE49-F238E27FC236}">
                <a16:creationId xmlns:a16="http://schemas.microsoft.com/office/drawing/2014/main" id="{72513402-F4AF-4AC0-85FB-4703C9FB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01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90" name="USES">
            <a:extLst xmlns:a="http://schemas.openxmlformats.org/drawingml/2006/main">
              <a:ext uri="{FF2B5EF4-FFF2-40B4-BE49-F238E27FC236}">
                <a16:creationId xmlns:a16="http://schemas.microsoft.com/office/drawing/2014/main" id="{A03DF2D3-AC09-4DDB-9066-70DE6FA6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5775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91" name="Knowledge">
            <a:extLst xmlns:a="http://schemas.openxmlformats.org/drawingml/2006/main">
              <a:ext uri="{FF2B5EF4-FFF2-40B4-BE49-F238E27FC236}">
                <a16:creationId xmlns:a16="http://schemas.microsoft.com/office/drawing/2014/main" id="{6023FC73-E10A-481A-BB49-17B99DD2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00600"/>
            <a:ext cx="1397794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92" name="app graph">
            <a:extLst xmlns:a="http://schemas.openxmlformats.org/drawingml/2006/main">
              <a:ext uri="{FF2B5EF4-FFF2-40B4-BE49-F238E27FC236}">
                <a16:creationId xmlns:a16="http://schemas.microsoft.com/office/drawing/2014/main" id="{D511BC7C-0AF3-42D0-9362-ED9ED78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72050"/>
            <a:ext cx="1397794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app graph</a:t>
            </a:r>
          </a:p>
        </p:txBody>
      </p:sp>
      <p:sp>
        <p:nvSpPr>
          <p:cNvPr id="93" name="History">
            <a:extLst xmlns:a="http://schemas.openxmlformats.org/drawingml/2006/main">
              <a:ext uri="{FF2B5EF4-FFF2-40B4-BE49-F238E27FC236}">
                <a16:creationId xmlns:a16="http://schemas.microsoft.com/office/drawing/2014/main" id="{AFD47D75-6FD9-4E8B-AB66-438FCCCA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4800600"/>
            <a:ext cx="1397794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94" name="past incidents">
            <a:extLst xmlns:a="http://schemas.openxmlformats.org/drawingml/2006/main">
              <a:ext uri="{FF2B5EF4-FFF2-40B4-BE49-F238E27FC236}">
                <a16:creationId xmlns:a16="http://schemas.microsoft.com/office/drawing/2014/main" id="{9B4461E9-5A79-41D3-88EC-F37D4E08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4972050"/>
            <a:ext cx="1397794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past incidents</a:t>
            </a:r>
          </a:p>
        </p:txBody>
      </p:sp>
      <p:sp>
        <p:nvSpPr>
          <p:cNvPr id="95" name="Changes">
            <a:extLst xmlns:a="http://schemas.openxmlformats.org/drawingml/2006/main">
              <a:ext uri="{FF2B5EF4-FFF2-40B4-BE49-F238E27FC236}">
                <a16:creationId xmlns:a16="http://schemas.microsoft.com/office/drawing/2014/main" id="{206727FC-2791-40CE-BC08-D2C5C3D4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4800600"/>
            <a:ext cx="1397794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Changes</a:t>
            </a:r>
          </a:p>
        </p:txBody>
      </p:sp>
      <p:sp>
        <p:nvSpPr>
          <p:cNvPr id="96" name="same CI">
            <a:extLst xmlns:a="http://schemas.openxmlformats.org/drawingml/2006/main">
              <a:ext uri="{FF2B5EF4-FFF2-40B4-BE49-F238E27FC236}">
                <a16:creationId xmlns:a16="http://schemas.microsoft.com/office/drawing/2014/main" id="{1836E616-A030-4731-88F0-0BDB59CB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4972050"/>
            <a:ext cx="1397794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same CI</a:t>
            </a:r>
          </a:p>
        </p:txBody>
      </p:sp>
      <p:sp>
        <p:nvSpPr>
          <p:cNvPr id="97" name="Incident">
            <a:extLst xmlns:a="http://schemas.openxmlformats.org/drawingml/2006/main">
              <a:ext uri="{FF2B5EF4-FFF2-40B4-BE49-F238E27FC236}">
                <a16:creationId xmlns:a16="http://schemas.microsoft.com/office/drawing/2014/main" id="{D6B7A77C-4309-4AAF-A0C5-920996B6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800600"/>
            <a:ext cx="1397794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283D50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98" name="new ticket">
            <a:extLst xmlns:a="http://schemas.openxmlformats.org/drawingml/2006/main">
              <a:ext uri="{FF2B5EF4-FFF2-40B4-BE49-F238E27FC236}">
                <a16:creationId xmlns:a16="http://schemas.microsoft.com/office/drawing/2014/main" id="{6CB5E9A9-37AD-4697-93F8-A3E6C18B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972050"/>
            <a:ext cx="1397794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new ticket</a:t>
            </a:r>
          </a:p>
        </p:txBody>
      </p:sp>
      <p:sp>
        <p:nvSpPr>
          <p:cNvPr id="99" name="RUNS">
            <a:extLst xmlns:a="http://schemas.openxmlformats.org/drawingml/2006/main">
              <a:ext uri="{FF2B5EF4-FFF2-40B4-BE49-F238E27FC236}">
                <a16:creationId xmlns:a16="http://schemas.microsoft.com/office/drawing/2014/main" id="{83C5D5F5-7D1A-4636-9757-FF21A29B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AB9AC83-A434-48F4-9861-FB89F416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10175"/>
            <a:ext cx="109918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noFill/>
          </a:ln>
        </p:spPr>
      </p:sp>
      <p:sp>
        <p:nvSpPr>
          <p:cNvPr id="101" name="Evidence">
            <a:extLst xmlns:a="http://schemas.openxmlformats.org/drawingml/2006/main">
              <a:ext uri="{FF2B5EF4-FFF2-40B4-BE49-F238E27FC236}">
                <a16:creationId xmlns:a16="http://schemas.microsoft.com/office/drawing/2014/main" id="{356CCC2B-CA4D-42CF-A42B-951FFD19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38750"/>
            <a:ext cx="106108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2" name="→">
            <a:extLst xmlns:a="http://schemas.openxmlformats.org/drawingml/2006/main">
              <a:ext uri="{FF2B5EF4-FFF2-40B4-BE49-F238E27FC236}">
                <a16:creationId xmlns:a16="http://schemas.microsoft.com/office/drawing/2014/main" id="{52B26525-7F8F-456A-A245-FAD4B9F6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523875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A95AA9-1E4A-4852-8B6F-9807461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310" y="5210175"/>
            <a:ext cx="109918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noFill/>
          </a:ln>
        </p:spPr>
      </p:sp>
      <p:sp>
        <p:nvSpPr>
          <p:cNvPr id="104" name="Redact">
            <a:extLst xmlns:a="http://schemas.openxmlformats.org/drawingml/2006/main">
              <a:ext uri="{FF2B5EF4-FFF2-40B4-BE49-F238E27FC236}">
                <a16:creationId xmlns:a16="http://schemas.microsoft.com/office/drawing/2014/main" id="{60DDC30A-8141-46BE-AA72-0F2EDBA8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360" y="5238750"/>
            <a:ext cx="106108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105" name="→">
            <a:extLst xmlns:a="http://schemas.openxmlformats.org/drawingml/2006/main">
              <a:ext uri="{FF2B5EF4-FFF2-40B4-BE49-F238E27FC236}">
                <a16:creationId xmlns:a16="http://schemas.microsoft.com/office/drawing/2014/main" id="{FD59A020-5062-4316-A1F1-A4958C2C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523875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8BF8BD4-E626-4793-8DDC-D0CF93B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5210175"/>
            <a:ext cx="109918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noFill/>
          </a:ln>
        </p:spPr>
      </p:sp>
      <p:sp>
        <p:nvSpPr>
          <p:cNvPr id="107" name="Hypotheses">
            <a:extLst xmlns:a="http://schemas.openxmlformats.org/drawingml/2006/main">
              <a:ext uri="{FF2B5EF4-FFF2-40B4-BE49-F238E27FC236}">
                <a16:creationId xmlns:a16="http://schemas.microsoft.com/office/drawing/2014/main" id="{54C1062C-F848-4264-AC92-BB67207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5238750"/>
            <a:ext cx="106108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08" name="→">
            <a:extLst xmlns:a="http://schemas.openxmlformats.org/drawingml/2006/main">
              <a:ext uri="{FF2B5EF4-FFF2-40B4-BE49-F238E27FC236}">
                <a16:creationId xmlns:a16="http://schemas.microsoft.com/office/drawing/2014/main" id="{D1496B47-B3C9-4EFE-B90D-CE1B76C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505" y="523875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C350ACD-A4CA-4A0C-BB38-6D8922E1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330" y="5210175"/>
            <a:ext cx="109918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noFill/>
          </a:ln>
        </p:spPr>
      </p:sp>
      <p:sp>
        <p:nvSpPr>
          <p:cNvPr id="110" name="Verify &amp; score">
            <a:extLst xmlns:a="http://schemas.openxmlformats.org/drawingml/2006/main">
              <a:ext uri="{FF2B5EF4-FFF2-40B4-BE49-F238E27FC236}">
                <a16:creationId xmlns:a16="http://schemas.microsoft.com/office/drawing/2014/main" id="{24471EF3-2EEC-45E8-884B-BFCD380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380" y="5238750"/>
            <a:ext cx="106108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Verify &amp; score</a:t>
            </a:r>
          </a:p>
        </p:txBody>
      </p:sp>
      <p:sp>
        <p:nvSpPr>
          <p:cNvPr id="111" name="→">
            <a:extLst xmlns:a="http://schemas.openxmlformats.org/drawingml/2006/main">
              <a:ext uri="{FF2B5EF4-FFF2-40B4-BE49-F238E27FC236}">
                <a16:creationId xmlns:a16="http://schemas.microsoft.com/office/drawing/2014/main" id="{FC2DBE6F-8EBD-46E2-8A55-7AB9EA94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515" y="5238750"/>
            <a:ext cx="123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5CA438-17F1-4ED3-B924-3018491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1340" y="5210175"/>
            <a:ext cx="109918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noFill/>
          </a:ln>
        </p:spPr>
      </p:sp>
      <p:sp>
        <p:nvSpPr>
          <p:cNvPr id="113" name="Responder decides">
            <a:extLst xmlns:a="http://schemas.openxmlformats.org/drawingml/2006/main">
              <a:ext uri="{FF2B5EF4-FFF2-40B4-BE49-F238E27FC236}">
                <a16:creationId xmlns:a16="http://schemas.microsoft.com/office/drawing/2014/main" id="{CCB12BBB-BC79-4294-94EE-A77B8EFE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390" y="5238750"/>
            <a:ext cx="106108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53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Responder decides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61D5C4-63D9-4A18-BCC8-52802DD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91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8EF4684-B10E-4E22-8493-7759A7EB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3530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37EF1C0-303C-42A0-A4CA-9986EFE1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57475"/>
            <a:ext cx="0" cy="2695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3097CDD-0256-41EF-B4EF-F5E0C09D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574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87F83"/>
            </a:solidFill>
          </a:ln>
        </p:spPr>
      </p:sp>
      <p:sp>
        <p:nvSpPr>
          <p:cNvPr id="118" name="←">
            <a:extLst xmlns:a="http://schemas.openxmlformats.org/drawingml/2006/main">
              <a:ext uri="{FF2B5EF4-FFF2-40B4-BE49-F238E27FC236}">
                <a16:creationId xmlns:a16="http://schemas.microsoft.com/office/drawing/2014/main" id="{20D51E76-B0A4-41DD-A6F3-19CADCED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336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19" name="results update the knowledge">
            <a:extLst xmlns:a="http://schemas.openxmlformats.org/drawingml/2006/main">
              <a:ext uri="{FF2B5EF4-FFF2-40B4-BE49-F238E27FC236}">
                <a16:creationId xmlns:a16="http://schemas.microsoft.com/office/drawing/2014/main" id="{3DD6DA56-D818-40D3-A037-4D7809DD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29275"/>
            <a:ext cx="2619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087F83"/>
                </a:solidFill>
                <a:latin typeface="Arial"/>
                <a:ea typeface="Arial"/>
                <a:cs typeface="Arial"/>
              </a:rPr>
              <a:t>results update the knowledge</a:t>
            </a:r>
          </a:p>
        </p:txBody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9eb14ab064dff"/>
          <a:stretch xmlns:a="http://schemas.openxmlformats.org/drawingml/2006/main"/>
        </p:blipFill>
        <p:spPr>
          <a:xfrm xmlns:a="http://schemas.openxmlformats.org/drawingml/2006/main">
            <a:off x="3848100" y="3914775"/>
            <a:ext cx="114300" cy="114300"/>
          </a:xfrm>
          <a:prstGeom xmlns:a="http://schemas.openxmlformats.org/drawingml/2006/main" prst="rect">
            <a:avLst/>
          </a:prstGeom>
        </p:spPr>
      </p:pic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004080a944c4e"/>
          <a:stretch xmlns:a="http://schemas.openxmlformats.org/drawingml/2006/main"/>
        </p:blipFill>
        <p:spPr>
          <a:xfrm xmlns:a="http://schemas.openxmlformats.org/drawingml/2006/main">
            <a:off x="7439025" y="5076825"/>
            <a:ext cx="114300" cy="114300"/>
          </a:xfrm>
          <a:prstGeom xmlns:a="http://schemas.openxmlformats.org/drawingml/2006/main" prst="rect">
            <a:avLst/>
          </a:prstGeom>
        </p:spPr>
      </p:pic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5617ac7ea4fe1"/>
          <a:stretch xmlns:a="http://schemas.openxmlformats.org/drawingml/2006/main"/>
        </p:blipFill>
        <p:spPr>
          <a:xfrm xmlns:a="http://schemas.openxmlformats.org/drawingml/2006/main">
            <a:off x="1476375" y="5943600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23" name="Access">
            <a:extLst xmlns:a="http://schemas.openxmlformats.org/drawingml/2006/main">
              <a:ext uri="{FF2B5EF4-FFF2-40B4-BE49-F238E27FC236}">
                <a16:creationId xmlns:a16="http://schemas.microsoft.com/office/drawing/2014/main" id="{A35A8C16-C032-48C4-8D34-887EB005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924550"/>
            <a:ext cx="542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24" name="Chat · REST API · MCP">
            <a:extLst xmlns:a="http://schemas.openxmlformats.org/drawingml/2006/main">
              <a:ext uri="{FF2B5EF4-FFF2-40B4-BE49-F238E27FC236}">
                <a16:creationId xmlns:a16="http://schemas.microsoft.com/office/drawing/2014/main" id="{E220AF37-F0D9-4A6D-8692-9A57AD9B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245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Chat · REST API · MCP</a:t>
            </a:r>
          </a:p>
        </p:txBody>
      </p:sp>
      <p:sp>
        <p:nvSpPr>
          <p:cNvPr id="125" name="for people and any AI tool">
            <a:extLst xmlns:a="http://schemas.openxmlformats.org/drawingml/2006/main">
              <a:ext uri="{FF2B5EF4-FFF2-40B4-BE49-F238E27FC236}">
                <a16:creationId xmlns:a16="http://schemas.microsoft.com/office/drawing/2014/main" id="{506E7309-FC1A-4AB4-8E7F-1EDDB156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24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for people and any AI tool</a:t>
            </a:r>
          </a:p>
        </p:txBody>
      </p:sp>
      <p:sp>
        <p:nvSpPr>
          <p:cNvPr id="126" name="OpenAI or Claude">
            <a:extLst xmlns:a="http://schemas.openxmlformats.org/drawingml/2006/main">
              <a:ext uri="{FF2B5EF4-FFF2-40B4-BE49-F238E27FC236}">
                <a16:creationId xmlns:a16="http://schemas.microsoft.com/office/drawing/2014/main" id="{D5DFFBCE-5F5C-43BD-8AD5-CE11DA25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93407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OpenAI or Claude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D80D47B-16BF-4A1B-AC00-D72ACFDC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8578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E77C948-03E3-4E23-A1CA-FE22576F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200775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29" name="KEY FEATURES">
            <a:extLst xmlns:a="http://schemas.openxmlformats.org/drawingml/2006/main">
              <a:ext uri="{FF2B5EF4-FFF2-40B4-BE49-F238E27FC236}">
                <a16:creationId xmlns:a16="http://schemas.microsoft.com/office/drawing/2014/main" id="{F4915396-DC9D-4D33-8742-2B8D03D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8A16A6B-940C-4678-B47D-6B3D157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715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Organizations:  </a:t>
            </a:r>
            <a:r>
              <a:t>portfolio → product → application, access per app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B58E228-978E-47AD-B39C-A5E7857D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85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Graph management:  </a:t>
            </a:r>
            <a:r>
              <a:t>source → graph → quality check → publish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A55DBCF-DE5D-4140-9EEC-73B768F5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0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Code Factory:  </a:t>
            </a:r>
            <a:r>
              <a:t>ticket → plan → approval → draft PR → Re-sync Knowledge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47C2851-A3DD-47A5-A020-5C55B3B7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ServiceOps:  </a:t>
            </a:r>
            <a:r>
              <a:t>incidents open with past fixes and recent changes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6B8E61F-3846-4B8F-B4AF-9DC3E37D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Guided onboarding:  </a:t>
            </a:r>
            <a:r>
              <a:t>Onboarding checklist per application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E232684-6655-431F-B811-678C6D94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Usage tracking:  </a:t>
            </a:r>
            <a:r>
              <a:t>AI cost per call, per application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3FF8468-80FD-41A4-9A73-CE049949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57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Connectors:  </a:t>
            </a:r>
            <a:r>
              <a:t>Jira, ServiceNow and GitHub synced on a schedule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B82272C-B819-40F6-AEFB-63F1DE41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38" name="KEY DIFFERENTIATORS">
            <a:extLst xmlns:a="http://schemas.openxmlformats.org/drawingml/2006/main">
              <a:ext uri="{FF2B5EF4-FFF2-40B4-BE49-F238E27FC236}">
                <a16:creationId xmlns:a16="http://schemas.microsoft.com/office/drawing/2014/main" id="{9276C538-05C6-4A5A-BF89-11F57D27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DIFFERENTIATORS</a:t>
            </a:r>
          </a:p>
        </p:txBody>
      </p:sp>
      <p:sp>
        <p:nvSpPr>
          <p:cNvPr id="139" name="Answers that prove themselves">
            <a:extLst xmlns:a="http://schemas.openxmlformats.org/drawingml/2006/main">
              <a:ext uri="{FF2B5EF4-FFF2-40B4-BE49-F238E27FC236}">
                <a16:creationId xmlns:a16="http://schemas.microsoft.com/office/drawing/2014/main" id="{822EA1B2-4EC7-475E-B4E9-7F28C8F9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814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Answers that prove themselves</a:t>
            </a:r>
          </a:p>
        </p:txBody>
      </p:sp>
      <p:sp>
        <p:nvSpPr>
          <p:cNvPr id="140" name="Every answer is traceable to a verified source.">
            <a:extLst xmlns:a="http://schemas.openxmlformats.org/drawingml/2006/main">
              <a:ext uri="{FF2B5EF4-FFF2-40B4-BE49-F238E27FC236}">
                <a16:creationId xmlns:a16="http://schemas.microsoft.com/office/drawing/2014/main" id="{36330C4E-D8BF-4F0B-91B0-62AA6AC1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528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answer is traceable to a verified source.</a:t>
            </a:r>
          </a:p>
        </p:txBody>
      </p:sp>
      <p:sp>
        <p:nvSpPr>
          <p:cNvPr id="141" name="One brain for build and run">
            <a:extLst xmlns:a="http://schemas.openxmlformats.org/drawingml/2006/main">
              <a:ext uri="{FF2B5EF4-FFF2-40B4-BE49-F238E27FC236}">
                <a16:creationId xmlns:a16="http://schemas.microsoft.com/office/drawing/2014/main" id="{A4C569D7-5FDB-4FBC-AD6D-251064EF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00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 brain for build and run</a:t>
            </a:r>
          </a:p>
        </p:txBody>
      </p:sp>
      <p:sp>
        <p:nvSpPr>
          <p:cNvPr id="142" name="Every resolved incident strengthens the next respo">
            <a:extLst xmlns:a="http://schemas.openxmlformats.org/drawingml/2006/main">
              <a:ext uri="{FF2B5EF4-FFF2-40B4-BE49-F238E27FC236}">
                <a16:creationId xmlns:a16="http://schemas.microsoft.com/office/drawing/2014/main" id="{FCA6ED5F-551B-429D-A813-1C13B640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719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resolved incident strengthens the next response.</a:t>
            </a:r>
          </a:p>
        </p:txBody>
      </p:sp>
      <p:sp>
        <p:nvSpPr>
          <p:cNvPr id="143" name="Knowledge released like software">
            <a:extLst xmlns:a="http://schemas.openxmlformats.org/drawingml/2006/main">
              <a:ext uri="{FF2B5EF4-FFF2-40B4-BE49-F238E27FC236}">
                <a16:creationId xmlns:a16="http://schemas.microsoft.com/office/drawing/2014/main" id="{1F93B347-B9FA-466C-921B-285DF5E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19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 released like software</a:t>
            </a:r>
          </a:p>
        </p:txBody>
      </p:sp>
      <p:sp>
        <p:nvSpPr>
          <p:cNvPr id="144" name="All knowledge is reviewed and approved before use.">
            <a:extLst xmlns:a="http://schemas.openxmlformats.org/drawingml/2006/main">
              <a:ext uri="{FF2B5EF4-FFF2-40B4-BE49-F238E27FC236}">
                <a16:creationId xmlns:a16="http://schemas.microsoft.com/office/drawing/2014/main" id="{3AF66F3E-0F19-4873-A005-F7003803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910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All knowledge is reviewed and approved before use.</a:t>
            </a:r>
          </a:p>
        </p:txBody>
      </p:sp>
      <p:sp>
        <p:nvSpPr>
          <p:cNvPr id="145" name="Always up to date">
            <a:extLst xmlns:a="http://schemas.openxmlformats.org/drawingml/2006/main">
              <a:ext uri="{FF2B5EF4-FFF2-40B4-BE49-F238E27FC236}">
                <a16:creationId xmlns:a16="http://schemas.microsoft.com/office/drawing/2014/main" id="{52A6AA6C-F0CC-4C28-8452-EC0BDF5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387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Always up to date</a:t>
            </a:r>
          </a:p>
        </p:txBody>
      </p:sp>
      <p:sp>
        <p:nvSpPr>
          <p:cNvPr id="146" name="Sources and knowledge refresh after major changes,">
            <a:extLst xmlns:a="http://schemas.openxmlformats.org/drawingml/2006/main">
              <a:ext uri="{FF2B5EF4-FFF2-40B4-BE49-F238E27FC236}">
                <a16:creationId xmlns:a16="http://schemas.microsoft.com/office/drawing/2014/main" id="{843C71AB-1B26-44B6-8D51-2FA32F3F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101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Sources and knowledge refresh after major changes, like a bug fix.</a:t>
            </a:r>
          </a:p>
        </p:txBody>
      </p:sp>
      <p:sp>
        <p:nvSpPr>
          <p:cNvPr id="147" name="Requirements and code in one graph">
            <a:extLst xmlns:a="http://schemas.openxmlformats.org/drawingml/2006/main">
              <a:ext uri="{FF2B5EF4-FFF2-40B4-BE49-F238E27FC236}">
                <a16:creationId xmlns:a16="http://schemas.microsoft.com/office/drawing/2014/main" id="{80EE6054-96F5-4190-9F7D-72FF41BB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578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Requirements and code in one graph</a:t>
            </a:r>
          </a:p>
        </p:txBody>
      </p:sp>
      <p:sp>
        <p:nvSpPr>
          <p:cNvPr id="148" name="Every change is linked to its requirement and code">
            <a:extLst xmlns:a="http://schemas.openxmlformats.org/drawingml/2006/main">
              <a:ext uri="{FF2B5EF4-FFF2-40B4-BE49-F238E27FC236}">
                <a16:creationId xmlns:a16="http://schemas.microsoft.com/office/drawing/2014/main" id="{99808F18-3408-4A5A-912F-CD4C05FE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292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change is linked to its requirement and code.</a:t>
            </a:r>
          </a:p>
        </p:txBody>
      </p:sp>
      <p:sp>
        <p:nvSpPr>
          <p:cNvPr id="149" name="Bring your own model">
            <a:extLst xmlns:a="http://schemas.openxmlformats.org/drawingml/2006/main">
              <a:ext uri="{FF2B5EF4-FFF2-40B4-BE49-F238E27FC236}">
                <a16:creationId xmlns:a16="http://schemas.microsoft.com/office/drawing/2014/main" id="{C562A242-41B3-4B78-9DE5-F9CFE46A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76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Bring your own model</a:t>
            </a:r>
          </a:p>
        </p:txBody>
      </p:sp>
      <p:sp>
        <p:nvSpPr>
          <p:cNvPr id="150" name="Trusted knowledge is accessible from any AI tool.">
            <a:extLst xmlns:a="http://schemas.openxmlformats.org/drawingml/2006/main">
              <a:ext uri="{FF2B5EF4-FFF2-40B4-BE49-F238E27FC236}">
                <a16:creationId xmlns:a16="http://schemas.microsoft.com/office/drawing/2014/main" id="{2E72E504-C35F-4408-A92D-C905A36E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483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Trusted knowledge is accessible from any AI tool.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4F0CD43-8C0A-4609-ADC2-AB88ACC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72225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2" name="TECH STACK">
            <a:extLst xmlns:a="http://schemas.openxmlformats.org/drawingml/2006/main">
              <a:ext uri="{FF2B5EF4-FFF2-40B4-BE49-F238E27FC236}">
                <a16:creationId xmlns:a16="http://schemas.microsoft.com/office/drawing/2014/main" id="{39883B18-A907-4E34-89FC-BC5DEFE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53" name="CORE">
            <a:extLst xmlns:a="http://schemas.openxmlformats.org/drawingml/2006/main">
              <a:ext uri="{FF2B5EF4-FFF2-40B4-BE49-F238E27FC236}">
                <a16:creationId xmlns:a16="http://schemas.microsoft.com/office/drawing/2014/main" id="{8AC46F0D-26D6-4D3D-98CC-2CDDC00A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54" name="Python · Django · PostgreSQL">
            <a:extLst xmlns:a="http://schemas.openxmlformats.org/drawingml/2006/main">
              <a:ext uri="{FF2B5EF4-FFF2-40B4-BE49-F238E27FC236}">
                <a16:creationId xmlns:a16="http://schemas.microsoft.com/office/drawing/2014/main" id="{6DF9B0B1-7A24-47E4-9BED-0EC22C9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Python · Django · PostgreSQL</a:t>
            </a:r>
          </a:p>
        </p:txBody>
      </p:sp>
      <p:sp>
        <p:nvSpPr>
          <p:cNvPr id="155" name="AI &amp; GRAPH">
            <a:extLst xmlns:a="http://schemas.openxmlformats.org/drawingml/2006/main">
              <a:ext uri="{FF2B5EF4-FFF2-40B4-BE49-F238E27FC236}">
                <a16:creationId xmlns:a16="http://schemas.microsoft.com/office/drawing/2014/main" id="{42006DDF-BB28-4D2B-AE24-E357B97C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4960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AI &amp; GRAPH</a:t>
            </a:r>
          </a:p>
        </p:txBody>
      </p:sp>
      <p:sp>
        <p:nvSpPr>
          <p:cNvPr id="156" name="OpenAI Agents SDK · Claude Agent SDK · Graphify">
            <a:extLst xmlns:a="http://schemas.openxmlformats.org/drawingml/2006/main">
              <a:ext uri="{FF2B5EF4-FFF2-40B4-BE49-F238E27FC236}">
                <a16:creationId xmlns:a16="http://schemas.microsoft.com/office/drawing/2014/main" id="{8822D8E8-F7D1-4A28-9D64-4A530F0C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7700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OpenAI Agents SDK · Claude Agent SDK · Graphify</a:t>
            </a:r>
          </a:p>
        </p:txBody>
      </p:sp>
      <p:sp>
        <p:nvSpPr>
          <p:cNvPr id="157" name="SUPPORTING">
            <a:extLst xmlns:a="http://schemas.openxmlformats.org/drawingml/2006/main">
              <a:ext uri="{FF2B5EF4-FFF2-40B4-BE49-F238E27FC236}">
                <a16:creationId xmlns:a16="http://schemas.microsoft.com/office/drawing/2014/main" id="{AAF5FCE2-664C-48E5-9391-4AF6BD20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SUPPORTING</a:t>
            </a:r>
          </a:p>
        </p:txBody>
      </p:sp>
      <p:sp>
        <p:nvSpPr>
          <p:cNvPr id="158" name="MarkItDown · MCP · Docker">
            <a:extLst xmlns:a="http://schemas.openxmlformats.org/drawingml/2006/main">
              <a:ext uri="{FF2B5EF4-FFF2-40B4-BE49-F238E27FC236}">
                <a16:creationId xmlns:a16="http://schemas.microsoft.com/office/drawing/2014/main" id="{E6AD453F-6BE9-41DA-A3B1-CB731E52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MarkItDown · MCP · Docker</a:t>
            </a:r>
          </a:p>
        </p:txBody>
      </p:sp>
    </p:spTree>
    <p:extLst>
      <p:ext uri="{BB962C8B-B14F-4D97-AF65-F5344CB8AC3E}">
        <p14:creationId xmlns:p14="http://schemas.microsoft.com/office/powerpoint/2010/main" val="1237728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2026-09-25T16:22:24.9280000Z</dcterms:created>
  <dcterms:modified xsi:type="dcterms:W3CDTF">2026-09-25T16:22:24.9280000Z</dcterms:modified>
</coreProperties>
</file>