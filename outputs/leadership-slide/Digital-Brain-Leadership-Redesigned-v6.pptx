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0adbc42de2458c" /><Relationship Type="http://schemas.openxmlformats.org/officeDocument/2006/relationships/extended-properties" Target="/docProps/app.xml" Id="R788c93b36ee346be" /><Relationship Type="http://schemas.openxmlformats.org/officeDocument/2006/relationships/officeDocument" Target="/ppt/presentation.xml" Id="R53afe318691b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7c4c259d15436d"/>
  </p:sldMasterIdLst>
  <p:notesMasterIdLst>
    <p:notesMasterId xmlns:r="http://schemas.openxmlformats.org/officeDocument/2006/relationships" r:id="R83a9a5604d7c44bb"/>
  </p:notesMasterIdLst>
  <p:sldIdLst>
    <p:sldId xmlns:r="http://schemas.openxmlformats.org/officeDocument/2006/relationships" id="256" r:id="R43aac1dffeef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922a180dd4b34" /><Relationship Type="http://schemas.openxmlformats.org/officeDocument/2006/relationships/slideMaster" Target="/ppt/slideMasters/slideMaster1.xml" Id="R137c4c259d15436d" /><Relationship Type="http://schemas.openxmlformats.org/officeDocument/2006/relationships/notesMaster" Target="/ppt/notesMasters/notesMaster1.xml" Id="R83a9a5604d7c44bb" /><Relationship Type="http://schemas.openxmlformats.org/officeDocument/2006/relationships/presProps" Target="/ppt/presProps.xml" Id="R352a3182eee24595" /><Relationship Type="http://schemas.openxmlformats.org/officeDocument/2006/relationships/tableStyles" Target="/ppt/tableStyles.xml" Id="R6a4beea896e94404" /><Relationship Type="http://schemas.openxmlformats.org/officeDocument/2006/relationships/slide" Target="/ppt/slides/slide1.xml" Id="R43aac1dffeef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b028a9a3a47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f822a73cef4113" /><Relationship Type="http://schemas.openxmlformats.org/officeDocument/2006/relationships/notesMaster" Target="/ppt/notesMasters/notesMaster1.xml" Id="R9d6c197a2aa7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Graph-based retrieval: https://www.microsoft.com/en-us/research/project/graphrag/</a:t>
            </a:r>
          </a:p>
          <a:p xmlns:a="http://schemas.openxmlformats.org/drawingml/2006/main">
            <a:r>
              <a:t>Token use and latency improvements depend on the implementation and workload; no measured savings are claimed. Cost reference: https://techcommunity.microsoft.com/blog/azure-ai-foundry-blog/graphrag-costs-explained-what-you-need-to-know/4207978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b4768ec7b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4160918a7498c" /><Relationship Type="http://schemas.openxmlformats.org/officeDocument/2006/relationships/slideLayout" Target="/ppt/slideLayouts/slideLayout1.xml" Id="R758b6216617d47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b6216617d47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b2fe4896c416f" /><Relationship Type="http://schemas.openxmlformats.org/officeDocument/2006/relationships/image" Target="/ppt/media/image.png" Id="R29770a4c1bcd4d05" /><Relationship Type="http://schemas.openxmlformats.org/officeDocument/2006/relationships/image" Target="/ppt/media/image2.png" Id="R7eaf848f4e0d42fc" /><Relationship Type="http://schemas.openxmlformats.org/officeDocument/2006/relationships/image" Target="/ppt/media/image3.png" Id="R8ba42a78ff2d4be0" /><Relationship Type="http://schemas.openxmlformats.org/officeDocument/2006/relationships/image" Target="/ppt/media/image4.png" Id="R3e3e10d20a264de5" /><Relationship Type="http://schemas.openxmlformats.org/officeDocument/2006/relationships/image" Target="/ppt/media/image5.png" Id="R48ab9fd11ac44a8d" /><Relationship Type="http://schemas.openxmlformats.org/officeDocument/2006/relationships/image" Target="/ppt/media/image6.png" Id="R5820c48ac33b4492" /><Relationship Type="http://schemas.openxmlformats.org/officeDocument/2006/relationships/image" Target="/ppt/media/image7.png" Id="Raa408c2ad63e4c75" /><Relationship Type="http://schemas.openxmlformats.org/officeDocument/2006/relationships/image" Target="/ppt/media/image8.png" Id="Rac3e3a8b2005457c" /><Relationship Type="http://schemas.openxmlformats.org/officeDocument/2006/relationships/image" Target="/ppt/media/image9.png" Id="R45caa6d912774c86" /><Relationship Type="http://schemas.openxmlformats.org/officeDocument/2006/relationships/notesSlide" Target="/ppt/notesSlides/notesSlide1.xml" Id="Rbe935a64ef864f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114C0C80-61A1-43E8-87E5-A9E1A90E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C616372B-A629-4C31-9B9E-CBA8DACD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Connect">
            <a:extLst xmlns:a="http://schemas.openxmlformats.org/drawingml/2006/main">
              <a:ext uri="{FF2B5EF4-FFF2-40B4-BE49-F238E27FC236}">
                <a16:creationId xmlns:a16="http://schemas.microsoft.com/office/drawing/2014/main" id="{3DDFF8B9-4FF4-472D-B46F-7EC65B19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620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4" name="pluggable&#10;connectors">
            <a:extLst xmlns:a="http://schemas.openxmlformats.org/drawingml/2006/main">
              <a:ext uri="{FF2B5EF4-FFF2-40B4-BE49-F238E27FC236}">
                <a16:creationId xmlns:a16="http://schemas.microsoft.com/office/drawing/2014/main" id="{15638744-26FA-4645-94E4-98952D13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35947-ADB5-462F-B675-8599CDF7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70a4c1bcd4d05"/>
          <a:stretch xmlns:a="http://schemas.openxmlformats.org/drawingml/2006/main"/>
        </p:blipFill>
        <p:spPr>
          <a:xfrm xmlns:a="http://schemas.openxmlformats.org/drawingml/2006/main">
            <a:off x="18478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7769C1C5-AA55-42C7-BF21-30FE0D62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BF5F3-4E23-42AF-8CFD-7EF7B343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D1D2-C2E1-4CC0-9D29-4077D7D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f848f4e0d42fc"/>
          <a:stretch xmlns:a="http://schemas.openxmlformats.org/drawingml/2006/main"/>
        </p:blipFill>
        <p:spPr>
          <a:xfrm xmlns:a="http://schemas.openxmlformats.org/drawingml/2006/main">
            <a:off x="29527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1" name="SharePoint&#10;OneDrive">
            <a:extLst xmlns:a="http://schemas.openxmlformats.org/drawingml/2006/main">
              <a:ext uri="{FF2B5EF4-FFF2-40B4-BE49-F238E27FC236}">
                <a16:creationId xmlns:a16="http://schemas.microsoft.com/office/drawing/2014/main" id="{39880257-D8A0-4AFF-A84C-D413924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SharePoint</a:t>
            </a:r>
          </a:p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0EFF6-3F87-4C84-B028-36DC2C8C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AC55E-56A2-47FA-B0C3-AD39BE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42a78ff2d4be0"/>
          <a:stretch xmlns:a="http://schemas.openxmlformats.org/drawingml/2006/main"/>
        </p:blipFill>
        <p:spPr>
          <a:xfrm xmlns:a="http://schemas.openxmlformats.org/drawingml/2006/main">
            <a:off x="40576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5" name="GitHub">
            <a:extLst xmlns:a="http://schemas.openxmlformats.org/drawingml/2006/main">
              <a:ext uri="{FF2B5EF4-FFF2-40B4-BE49-F238E27FC236}">
                <a16:creationId xmlns:a16="http://schemas.microsoft.com/office/drawing/2014/main" id="{EC819114-7961-4ABC-938D-577AD2E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036A5-B04C-46AD-B5C6-AF4B0FD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22B36-2F6F-4B25-8855-57D1C0E0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e10d20a264de5"/>
          <a:stretch xmlns:a="http://schemas.openxmlformats.org/drawingml/2006/main"/>
        </p:blipFill>
        <p:spPr>
          <a:xfrm xmlns:a="http://schemas.openxmlformats.org/drawingml/2006/main">
            <a:off x="51625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9" name="Jira">
            <a:extLst xmlns:a="http://schemas.openxmlformats.org/drawingml/2006/main">
              <a:ext uri="{FF2B5EF4-FFF2-40B4-BE49-F238E27FC236}">
                <a16:creationId xmlns:a16="http://schemas.microsoft.com/office/drawing/2014/main" id="{D2880CC1-5E0E-4E96-B2C9-9956ADC9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8C89D-1544-475B-BBC1-E78ED18E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306B0-D391-4A55-8150-57C5133D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b9fd11ac44a8d"/>
          <a:stretch xmlns:a="http://schemas.openxmlformats.org/drawingml/2006/main"/>
        </p:blipFill>
        <p:spPr>
          <a:xfrm xmlns:a="http://schemas.openxmlformats.org/drawingml/2006/main">
            <a:off x="62674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ServiceNow">
            <a:extLst xmlns:a="http://schemas.openxmlformats.org/drawingml/2006/main">
              <a:ext uri="{FF2B5EF4-FFF2-40B4-BE49-F238E27FC236}">
                <a16:creationId xmlns:a16="http://schemas.microsoft.com/office/drawing/2014/main" id="{338EF2A4-BFA4-499F-8C10-D94DF2F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48EA1-1145-4AF8-842F-971EE1F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0C262-C3EB-4B38-B57F-B58A9B74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0c48ac33b4492"/>
          <a:stretch xmlns:a="http://schemas.openxmlformats.org/drawingml/2006/main"/>
        </p:blipFill>
        <p:spPr>
          <a:xfrm xmlns:a="http://schemas.openxmlformats.org/drawingml/2006/main">
            <a:off x="73723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7" name="Add more">
            <a:extLst xmlns:a="http://schemas.openxmlformats.org/drawingml/2006/main">
              <a:ext uri="{FF2B5EF4-FFF2-40B4-BE49-F238E27FC236}">
                <a16:creationId xmlns:a16="http://schemas.microsoft.com/office/drawing/2014/main" id="{7FABEEE6-CC87-46DC-BF12-E6A01E07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0FD45-0F12-4DEA-A3CB-86328CD1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D7CF8-43CF-45ED-880F-7B3B0A0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5262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30" name="Ingest">
            <a:extLst xmlns:a="http://schemas.openxmlformats.org/drawingml/2006/main">
              <a:ext uri="{FF2B5EF4-FFF2-40B4-BE49-F238E27FC236}">
                <a16:creationId xmlns:a16="http://schemas.microsoft.com/office/drawing/2014/main" id="{114BE788-B957-4A47-8543-09AE6F4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098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31" name="safe &amp;&#10;traceable">
            <a:extLst xmlns:a="http://schemas.openxmlformats.org/drawingml/2006/main">
              <a:ext uri="{FF2B5EF4-FFF2-40B4-BE49-F238E27FC236}">
                <a16:creationId xmlns:a16="http://schemas.microsoft.com/office/drawing/2014/main" id="{36944F5C-ACD3-4C99-B6D8-0E8B443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0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3FEA2A-4020-4BAA-AC9F-822920D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3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4B8B56B5-C38E-46AD-BF80-B6A99BD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34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8D315508-5F2A-4132-A4E4-A3B374F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4887B-4EE0-457C-97AE-BEF3BBE8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6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FEDA4B09-74A6-43A7-A537-C02F8E89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37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D9A7B357-97AA-4505-B5D8-81631FA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F147C4-D864-4D37-AE25-A646570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9" name="To Markdown">
            <a:extLst xmlns:a="http://schemas.openxmlformats.org/drawingml/2006/main">
              <a:ext uri="{FF2B5EF4-FFF2-40B4-BE49-F238E27FC236}">
                <a16:creationId xmlns:a16="http://schemas.microsoft.com/office/drawing/2014/main" id="{0FA56A2B-3A55-4E95-B1D4-0EB49CD9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40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91F52FD9-53B2-4B44-AB9F-E378A8F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7BCBC6-3EB4-4FB9-8558-388AAA51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42" name="Knowledge">
            <a:extLst xmlns:a="http://schemas.openxmlformats.org/drawingml/2006/main">
              <a:ext uri="{FF2B5EF4-FFF2-40B4-BE49-F238E27FC236}">
                <a16:creationId xmlns:a16="http://schemas.microsoft.com/office/drawing/2014/main" id="{F7C69643-9FC2-44AB-BFBC-99D6A27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3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EB6BB642-EFE3-47F5-BDD3-89A7EE3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E7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7ED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4252A-C773-4E56-89D2-888429A1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849" y="1952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33" name=""/>
          <p:cNvCxnSpPr>
            <a:stCxn xmlns:a="http://schemas.openxmlformats.org/drawingml/2006/main" id="4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219325" y="1953102"/>
            <a:ext cx="1" cy="21859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4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8132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5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686300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6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9127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49" name="FORMATS">
            <a:extLst xmlns:a="http://schemas.openxmlformats.org/drawingml/2006/main">
              <a:ext uri="{FF2B5EF4-FFF2-40B4-BE49-F238E27FC236}">
                <a16:creationId xmlns:a16="http://schemas.microsoft.com/office/drawing/2014/main" id="{5D68EEA8-C636-46F0-A593-B0FD6DF2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50" name="PDF · Word · Excel · PowerPoint · Outlook · HTML ·">
            <a:extLst xmlns:a="http://schemas.openxmlformats.org/drawingml/2006/main">
              <a:ext uri="{FF2B5EF4-FFF2-40B4-BE49-F238E27FC236}">
                <a16:creationId xmlns:a16="http://schemas.microsoft.com/office/drawing/2014/main" id="{86EC1D5A-3588-4AA6-9E37-F61FD36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81300"/>
            <a:ext cx="594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 HTML · CSV · JSON · XML · Text</a:t>
            </a:r>
          </a:p>
        </p:txBody>
      </p:sp>
      <p:sp>
        <p:nvSpPr>
          <p:cNvPr id="51" name="Know &amp;&#10;Act">
            <a:extLst xmlns:a="http://schemas.openxmlformats.org/drawingml/2006/main">
              <a:ext uri="{FF2B5EF4-FFF2-40B4-BE49-F238E27FC236}">
                <a16:creationId xmlns:a16="http://schemas.microsoft.com/office/drawing/2014/main" id="{7847547D-F6E6-4058-95DD-BCA1112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</a:t>
            </a:r>
          </a:p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2" name="sealed per&#10;application">
            <a:extLst xmlns:a="http://schemas.openxmlformats.org/drawingml/2006/main">
              <a:ext uri="{FF2B5EF4-FFF2-40B4-BE49-F238E27FC236}">
                <a16:creationId xmlns:a16="http://schemas.microsoft.com/office/drawing/2014/main" id="{2AD092DE-6E5A-4861-AFAC-7838B5EA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5ACBA0-A9C0-4AA1-8984-8380F34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BAD494-D59A-4D7A-9BA2-F03D925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0B349B-0C5B-4B12-9488-9941923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0" cy="2119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266AAD-206A-4D10-8DE3-B3174B1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F28195-71C1-4AB8-A465-69CB1C80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8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0BABFDF6-0C60-4BA2-8D46-0568D4C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59" name="USES">
            <a:extLst xmlns:a="http://schemas.openxmlformats.org/drawingml/2006/main">
              <a:ext uri="{FF2B5EF4-FFF2-40B4-BE49-F238E27FC236}">
                <a16:creationId xmlns:a16="http://schemas.microsoft.com/office/drawing/2014/main" id="{91504E50-1D82-4005-A684-5BEB208E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FCAEAB-8BAF-47E4-B14C-87DE800C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1" name="Project docs">
            <a:extLst xmlns:a="http://schemas.openxmlformats.org/drawingml/2006/main">
              <a:ext uri="{FF2B5EF4-FFF2-40B4-BE49-F238E27FC236}">
                <a16:creationId xmlns:a16="http://schemas.microsoft.com/office/drawing/2014/main" id="{193925CC-0993-4883-9B1A-C6BD242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Project docs</a:t>
            </a:r>
          </a:p>
        </p:txBody>
      </p:sp>
      <p:sp>
        <p:nvSpPr>
          <p:cNvPr id="62" name="knowledge graph">
            <a:extLst xmlns:a="http://schemas.openxmlformats.org/drawingml/2006/main">
              <a:ext uri="{FF2B5EF4-FFF2-40B4-BE49-F238E27FC236}">
                <a16:creationId xmlns:a16="http://schemas.microsoft.com/office/drawing/2014/main" id="{D4161B0D-5F46-45CF-93E2-80D47E9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B9AD18-8110-4599-8DCF-C8BDC6E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4" name="Code">
            <a:extLst xmlns:a="http://schemas.openxmlformats.org/drawingml/2006/main">
              <a:ext uri="{FF2B5EF4-FFF2-40B4-BE49-F238E27FC236}">
                <a16:creationId xmlns:a16="http://schemas.microsoft.com/office/drawing/2014/main" id="{D9E4E987-9C9D-4056-8049-937E7F6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5" name="code graph">
            <a:extLst xmlns:a="http://schemas.openxmlformats.org/drawingml/2006/main">
              <a:ext uri="{FF2B5EF4-FFF2-40B4-BE49-F238E27FC236}">
                <a16:creationId xmlns:a16="http://schemas.microsoft.com/office/drawing/2014/main" id="{48CEBA72-BED4-4ED9-8F18-ABCBE60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592ABB-B48D-4052-8919-08051B89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7" name="Bug">
            <a:extLst xmlns:a="http://schemas.openxmlformats.org/drawingml/2006/main">
              <a:ext uri="{FF2B5EF4-FFF2-40B4-BE49-F238E27FC236}">
                <a16:creationId xmlns:a16="http://schemas.microsoft.com/office/drawing/2014/main" id="{1400398D-EB75-45E1-BDD6-F25F43EC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Bug</a:t>
            </a:r>
          </a:p>
        </p:txBody>
      </p:sp>
      <p:sp>
        <p:nvSpPr>
          <p:cNvPr id="68" name="from ticket">
            <a:extLst xmlns:a="http://schemas.openxmlformats.org/drawingml/2006/main">
              <a:ext uri="{FF2B5EF4-FFF2-40B4-BE49-F238E27FC236}">
                <a16:creationId xmlns:a16="http://schemas.microsoft.com/office/drawing/2014/main" id="{D52CB065-5F79-40AA-AA41-41FCCD71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69" name="RUNS">
            <a:extLst xmlns:a="http://schemas.openxmlformats.org/drawingml/2006/main">
              <a:ext uri="{FF2B5EF4-FFF2-40B4-BE49-F238E27FC236}">
                <a16:creationId xmlns:a16="http://schemas.microsoft.com/office/drawing/2014/main" id="{23804B7A-531B-43E7-A78B-AEB549E4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32365F-0C89-4EEA-92E1-F310A6A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1" name="Pre-checks">
            <a:extLst xmlns:a="http://schemas.openxmlformats.org/drawingml/2006/main">
              <a:ext uri="{FF2B5EF4-FFF2-40B4-BE49-F238E27FC236}">
                <a16:creationId xmlns:a16="http://schemas.microsoft.com/office/drawing/2014/main" id="{0577E81F-E67E-4B72-BE13-52B239D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B774A5-901A-4E69-BE40-9C29B45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82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3" name="Analysis">
            <a:extLst xmlns:a="http://schemas.openxmlformats.org/drawingml/2006/main">
              <a:ext uri="{FF2B5EF4-FFF2-40B4-BE49-F238E27FC236}">
                <a16:creationId xmlns:a16="http://schemas.microsoft.com/office/drawing/2014/main" id="{23A32942-62DA-44F4-AAB0-704A739C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2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BA7E1C-2022-43D1-B2FD-309656CF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5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B36D888B-E769-4779-BFF4-632201ED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DA07C0-6ACB-4C06-BA2F-21F6DAD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446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7" name="Agents">
            <a:extLst xmlns:a="http://schemas.openxmlformats.org/drawingml/2006/main">
              <a:ext uri="{FF2B5EF4-FFF2-40B4-BE49-F238E27FC236}">
                <a16:creationId xmlns:a16="http://schemas.microsoft.com/office/drawing/2014/main" id="{9E43A4C2-16F9-4464-B9AA-4DE444C4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96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E5B8B0-B4F0-4283-A210-B08886ED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9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E5892620-0899-4E4C-BDF9-F78CF25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879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BF7912-03D4-4855-A325-D3CC1C0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11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1" name="Tests">
            <a:extLst xmlns:a="http://schemas.openxmlformats.org/drawingml/2006/main">
              <a:ext uri="{FF2B5EF4-FFF2-40B4-BE49-F238E27FC236}">
                <a16:creationId xmlns:a16="http://schemas.microsoft.com/office/drawing/2014/main" id="{AA43C3B7-F9CC-43CC-B8DE-CB1B83F2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261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A51AC2-A777-4AD7-819F-14F959F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93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3" name="Re-sync">
            <a:extLst xmlns:a="http://schemas.openxmlformats.org/drawingml/2006/main">
              <a:ext uri="{FF2B5EF4-FFF2-40B4-BE49-F238E27FC236}">
                <a16:creationId xmlns:a16="http://schemas.microsoft.com/office/drawing/2014/main" id="{265E5B1F-52ED-4080-B9FD-DF2F2F9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3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cxnSp>
        <p:nvCxnSpPr>
          <p:cNvPr id="272" name=""/>
          <p:cNvCxnSpPr>
            <a:stCxn xmlns:a="http://schemas.openxmlformats.org/drawingml/2006/main" id="70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728232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3" name=""/>
          <p:cNvCxnSpPr>
            <a:stCxn xmlns:a="http://schemas.openxmlformats.org/drawingml/2006/main" id="72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608614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4" name=""/>
          <p:cNvCxnSpPr>
            <a:stCxn xmlns:a="http://schemas.openxmlformats.org/drawingml/2006/main" id="74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488996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5" name=""/>
          <p:cNvCxnSpPr>
            <a:stCxn xmlns:a="http://schemas.openxmlformats.org/drawingml/2006/main" id="76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5369378" y="4238625"/>
            <a:ext cx="1714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6" name=""/>
          <p:cNvCxnSpPr>
            <a:stCxn xmlns:a="http://schemas.openxmlformats.org/drawingml/2006/main" id="78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249761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7" name=""/>
          <p:cNvCxnSpPr>
            <a:stCxn xmlns:a="http://schemas.openxmlformats.org/drawingml/2006/main" id="80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130143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453C3A1-F873-4909-A155-49269E3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38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26FB28-A398-4854-B057-B34F981A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7DFF8A-7E1F-46DA-AB65-90AA91E2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43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2477BB-F9FC-4E52-B7FC-79A7D6B9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66" y="3962400"/>
            <a:ext cx="4682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FAD661-1127-49CF-AC9F-0E9D246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290" y="3961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3" name=""/>
          <p:cNvCxnSpPr>
            <a:stCxn xmlns:a="http://schemas.openxmlformats.org/drawingml/2006/main" id="94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2373766" y="3962877"/>
            <a:ext cx="1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9DA28C-C733-49B6-9435-C134AE5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36618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5" name=""/>
          <p:cNvCxnSpPr>
            <a:stCxn xmlns:a="http://schemas.openxmlformats.org/drawingml/2006/main" id="96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333977" y="366236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673EAB3-A6D8-4CA2-BA02-0D8521A6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818B05-FA5C-481E-AA8A-375A57F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9F7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610C58-8FE2-4805-9894-13AF71C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1" name="SERVICEOPS">
            <a:extLst xmlns:a="http://schemas.openxmlformats.org/drawingml/2006/main">
              <a:ext uri="{FF2B5EF4-FFF2-40B4-BE49-F238E27FC236}">
                <a16:creationId xmlns:a16="http://schemas.microsoft.com/office/drawing/2014/main" id="{4F55673B-C405-47CB-BCCC-33F1082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102" name="USES">
            <a:extLst xmlns:a="http://schemas.openxmlformats.org/drawingml/2006/main">
              <a:ext uri="{FF2B5EF4-FFF2-40B4-BE49-F238E27FC236}">
                <a16:creationId xmlns:a16="http://schemas.microsoft.com/office/drawing/2014/main" id="{13BADF86-3E3B-4ED7-A1CA-D4592E43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B710C4-08B1-440D-93FC-453A6DA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4" name="Knowledge">
            <a:extLst xmlns:a="http://schemas.openxmlformats.org/drawingml/2006/main">
              <a:ext uri="{FF2B5EF4-FFF2-40B4-BE49-F238E27FC236}">
                <a16:creationId xmlns:a16="http://schemas.microsoft.com/office/drawing/2014/main" id="{C1F3DE05-43A1-4014-98BE-735A98D7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5" name="app graph">
            <a:extLst xmlns:a="http://schemas.openxmlformats.org/drawingml/2006/main">
              <a:ext uri="{FF2B5EF4-FFF2-40B4-BE49-F238E27FC236}">
                <a16:creationId xmlns:a16="http://schemas.microsoft.com/office/drawing/2014/main" id="{2DA2444D-8522-4924-B497-E71BC974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CC347A-C3ED-471D-BC23-F187D94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7" name="History">
            <a:extLst xmlns:a="http://schemas.openxmlformats.org/drawingml/2006/main">
              <a:ext uri="{FF2B5EF4-FFF2-40B4-BE49-F238E27FC236}">
                <a16:creationId xmlns:a16="http://schemas.microsoft.com/office/drawing/2014/main" id="{2653856B-7A57-4FBC-AEAB-0FDDD97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08" name="past incidents">
            <a:extLst xmlns:a="http://schemas.openxmlformats.org/drawingml/2006/main">
              <a:ext uri="{FF2B5EF4-FFF2-40B4-BE49-F238E27FC236}">
                <a16:creationId xmlns:a16="http://schemas.microsoft.com/office/drawing/2014/main" id="{1D092AD6-5DA9-4F30-8370-92323AE1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2C92E52-F6EB-4435-99C8-7CB7F3C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0" name="Changes">
            <a:extLst xmlns:a="http://schemas.openxmlformats.org/drawingml/2006/main">
              <a:ext uri="{FF2B5EF4-FFF2-40B4-BE49-F238E27FC236}">
                <a16:creationId xmlns:a16="http://schemas.microsoft.com/office/drawing/2014/main" id="{922EE5F7-9AC4-4A5A-8DFA-4523D38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Changes</a:t>
            </a:r>
          </a:p>
        </p:txBody>
      </p:sp>
      <p:sp>
        <p:nvSpPr>
          <p:cNvPr id="111" name="same CI">
            <a:extLst xmlns:a="http://schemas.openxmlformats.org/drawingml/2006/main">
              <a:ext uri="{FF2B5EF4-FFF2-40B4-BE49-F238E27FC236}">
                <a16:creationId xmlns:a16="http://schemas.microsoft.com/office/drawing/2014/main" id="{084FE722-2A34-4653-B357-618825D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D848BDF-2DF9-4D3A-9EF6-5ED075F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3" name="Incident">
            <a:extLst xmlns:a="http://schemas.openxmlformats.org/drawingml/2006/main">
              <a:ext uri="{FF2B5EF4-FFF2-40B4-BE49-F238E27FC236}">
                <a16:creationId xmlns:a16="http://schemas.microsoft.com/office/drawing/2014/main" id="{7EB423E1-EDE2-4C9F-B1AC-74ED7E0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114" name="new ticket">
            <a:extLst xmlns:a="http://schemas.openxmlformats.org/drawingml/2006/main">
              <a:ext uri="{FF2B5EF4-FFF2-40B4-BE49-F238E27FC236}">
                <a16:creationId xmlns:a16="http://schemas.microsoft.com/office/drawing/2014/main" id="{F53B199E-689E-4A2F-A8D4-27EB4F5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115" name="RUNS">
            <a:extLst xmlns:a="http://schemas.openxmlformats.org/drawingml/2006/main">
              <a:ext uri="{FF2B5EF4-FFF2-40B4-BE49-F238E27FC236}">
                <a16:creationId xmlns:a16="http://schemas.microsoft.com/office/drawing/2014/main" id="{F842BDB7-87FA-4149-A46B-9F224E5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1975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CBFA837-1894-4B16-9722-66CEDB43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7" name="Evidence">
            <a:extLst xmlns:a="http://schemas.openxmlformats.org/drawingml/2006/main">
              <a:ext uri="{FF2B5EF4-FFF2-40B4-BE49-F238E27FC236}">
                <a16:creationId xmlns:a16="http://schemas.microsoft.com/office/drawing/2014/main" id="{8F8E8675-0272-467B-BB62-9AEB286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77B486D-153C-4D99-B288-2649FAE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9" name="Redact">
            <a:extLst xmlns:a="http://schemas.openxmlformats.org/drawingml/2006/main">
              <a:ext uri="{FF2B5EF4-FFF2-40B4-BE49-F238E27FC236}">
                <a16:creationId xmlns:a16="http://schemas.microsoft.com/office/drawing/2014/main" id="{5D3D8388-9798-4B6F-90CF-077DCF4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493C658-EAEC-4EC5-820D-81E9CA93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1" name="Hypotheses">
            <a:extLst xmlns:a="http://schemas.openxmlformats.org/drawingml/2006/main">
              <a:ext uri="{FF2B5EF4-FFF2-40B4-BE49-F238E27FC236}">
                <a16:creationId xmlns:a16="http://schemas.microsoft.com/office/drawing/2014/main" id="{01EF7789-2516-4177-AAB6-1AE07642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ABC335-2BB3-40AE-9B2F-19AFD3CC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0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3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F836419A-0476-4119-B46E-E960C45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95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FE7639B-619A-4A1F-92E8-7C3ACBC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5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D1145105-3FC7-4046-8EA7-0BC7106B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cxnSp>
        <p:nvCxnSpPr>
          <p:cNvPr id="314" name="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308038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5" name=""/>
          <p:cNvCxnSpPr>
            <a:stCxn xmlns:a="http://schemas.openxmlformats.org/drawingml/2006/main" id="118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431292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6" name=""/>
          <p:cNvCxnSpPr>
            <a:stCxn xmlns:a="http://schemas.openxmlformats.org/drawingml/2006/main" id="120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54545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7" name=""/>
          <p:cNvCxnSpPr>
            <a:stCxn xmlns:a="http://schemas.openxmlformats.org/drawingml/2006/main" id="122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677799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DDEE59B-0D0C-4EB5-922D-E93C705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97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8A401F8-4C10-42CC-AA66-D7A32259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7026042-6CC3-437C-8D97-A3F2DF9B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84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0467D0D-EB7C-4AC4-8AD2-220A1BA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628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980E956-98EE-45BB-919D-A2E81F4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5429250"/>
            <a:ext cx="47617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DB64FAA-4D8B-438A-B9E7-BBCA3F41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366" y="5428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4" name=""/>
          <p:cNvCxnSpPr>
            <a:stCxn xmlns:a="http://schemas.openxmlformats.org/drawingml/2006/main" id="13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2549843" y="5429727"/>
            <a:ext cx="0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5419F72-8EE0-4BB9-A78C-4A12456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51287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6" name=""/>
          <p:cNvCxnSpPr>
            <a:stCxn xmlns:a="http://schemas.openxmlformats.org/drawingml/2006/main" id="137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 flipV="1">
            <a:off x="1333977" y="512921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6D00C9D-013D-4C77-A299-613C3A8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010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0B937D0-A7C1-4EEF-8C3E-FC6E4F4F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4238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9" name=""/>
          <p:cNvCxnSpPr>
            <a:stCxn xmlns:a="http://schemas.openxmlformats.org/drawingml/2006/main" id="82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8010525" y="4238625"/>
            <a:ext cx="3233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0B2997C-4470-414C-8BE1-E378257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5704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31" name=""/>
          <p:cNvCxnSpPr>
            <a:stCxn xmlns:a="http://schemas.openxmlformats.org/drawingml/2006/main" id="124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8010525" y="5705475"/>
            <a:ext cx="323374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52FFCDA-F684-4989-B85C-5362428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3163"/>
            <a:ext cx="0" cy="3262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6A22"/>
            </a:solidFill>
            <a:prstDash val="dash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6BA3AC6-3C59-47FF-B11F-6B8ACAA5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24426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34" name=""/>
          <p:cNvCxnSpPr>
            <a:stCxn xmlns:a="http://schemas.openxmlformats.org/drawingml/2006/main" id="145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8096250" y="2443163"/>
            <a:ext cx="23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triangle" w="sm" len="sm"/>
          </a:ln>
        </p:spPr>
      </p:cxnSp>
      <p:sp>
        <p:nvSpPr>
          <p:cNvPr id="147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71DFA4BD-FA40-4A26-9798-1D442815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2455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66A2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A66A22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08c2ad63e4c75"/>
          <a:stretch xmlns:a="http://schemas.openxmlformats.org/drawingml/2006/main"/>
        </p:blipFill>
        <p:spPr>
          <a:xfrm xmlns:a="http://schemas.openxmlformats.org/drawingml/2006/main">
            <a:off x="7858125" y="317182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e3a8b2005457c"/>
          <a:stretch xmlns:a="http://schemas.openxmlformats.org/drawingml/2006/main"/>
        </p:blipFill>
        <p:spPr>
          <a:xfrm xmlns:a="http://schemas.openxmlformats.org/drawingml/2006/main">
            <a:off x="7858125" y="4638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aa6d912774c86"/>
          <a:stretch xmlns:a="http://schemas.openxmlformats.org/drawingml/2006/main"/>
        </p:blipFill>
        <p:spPr>
          <a:xfrm xmlns:a="http://schemas.openxmlformats.org/drawingml/2006/main">
            <a:off x="1476375" y="61245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51" name="Access">
            <a:extLst xmlns:a="http://schemas.openxmlformats.org/drawingml/2006/main">
              <a:ext uri="{FF2B5EF4-FFF2-40B4-BE49-F238E27FC236}">
                <a16:creationId xmlns:a16="http://schemas.microsoft.com/office/drawing/2014/main" id="{6483F54E-A1BD-4B25-B7AD-91811B9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086475"/>
            <a:ext cx="54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52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ADD17A3A-E9A6-4820-BFC4-4EBEB22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8647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153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8F6EAEA8-FA07-4B11-B72C-E0C610AC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864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154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4CFB6EAC-0AC1-4F39-813B-DA85B37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86475"/>
            <a:ext cx="1057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04DB610-DC7F-42FE-9B34-493C71D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769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901BC15-1827-444F-8CCB-56274ED2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3246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7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BBA66A74-41C0-48F7-8622-43FE2E3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8FC8F16-813D-4F32-8BF4-A3EC292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715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41DBFE3-C682-453A-BD50-C996F74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EC8B951-47BD-4977-98DF-DB0561A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430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FB49119-D980-4649-9950-747417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288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1E28DF3-ACD4-407A-8ACE-A9959F3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145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B9DEFE-22CA-4750-83E1-FE30679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4D06490-AD0E-485B-ABFF-91B1A374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860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923579E-76CB-4383-BA75-4327230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66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D7A04781-43E5-4EFE-8C48-3AE3C03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05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167" name="Graph-based efficiency">
            <a:extLst xmlns:a="http://schemas.openxmlformats.org/drawingml/2006/main">
              <a:ext uri="{FF2B5EF4-FFF2-40B4-BE49-F238E27FC236}">
                <a16:creationId xmlns:a16="http://schemas.microsoft.com/office/drawing/2014/main" id="{E571DBFE-CCB6-41F7-B077-1BE47D03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Graph-based efficiency</a:t>
            </a:r>
          </a:p>
        </p:txBody>
      </p:sp>
      <p:sp>
        <p:nvSpPr>
          <p:cNvPr id="168" name="Graph-based RAG reuses connected knowledge for mor">
            <a:extLst xmlns:a="http://schemas.openxmlformats.org/drawingml/2006/main">
              <a:ext uri="{FF2B5EF4-FFF2-40B4-BE49-F238E27FC236}">
                <a16:creationId xmlns:a16="http://schemas.microsoft.com/office/drawing/2014/main" id="{03D95D88-AE1B-499D-91DC-5A6B73E8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Graph-based RAG reuses connected knowledge for more efficient retrieval and better-supported answers, with potential reductions in token use and response time.</a:t>
            </a:r>
          </a:p>
        </p:txBody>
      </p:sp>
      <p:sp>
        <p:nvSpPr>
          <p:cNvPr id="169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4EFF3D6E-49BC-4247-9F60-C36893F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57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70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B02D5C73-FE04-4E31-B180-3B2AB5F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71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BBA9C542-E269-442A-B49E-400B6D9D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81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72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20B17953-DAE0-4050-A4C0-911B4AC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529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73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88791442-F3BE-43B8-906D-7EBC3716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053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74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527818C1-8508-4A35-8C65-78E24D5E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768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75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10EFF4C2-D4FD-4F5D-B82B-248F8B41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292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76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DD5CC3B2-6FEE-426A-B9FA-04832D3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006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77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8D4506EB-FC4E-4309-B30C-0F5DFF9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673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78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F1B6D3D3-A152-4772-9161-53B76B5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388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79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14F9F3C8-CB8B-447F-A6AC-A9EBDEA2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912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80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D10900C6-F5A3-4386-9A45-37F3879B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626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6403244-0E48-4D2D-92FB-9507057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72225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82" name="TECH STACK">
            <a:extLst xmlns:a="http://schemas.openxmlformats.org/drawingml/2006/main">
              <a:ext uri="{FF2B5EF4-FFF2-40B4-BE49-F238E27FC236}">
                <a16:creationId xmlns:a16="http://schemas.microsoft.com/office/drawing/2014/main" id="{70ACBCC2-E7CA-47FA-80CD-5F4E6A2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83" name="CORE">
            <a:extLst xmlns:a="http://schemas.openxmlformats.org/drawingml/2006/main">
              <a:ext uri="{FF2B5EF4-FFF2-40B4-BE49-F238E27FC236}">
                <a16:creationId xmlns:a16="http://schemas.microsoft.com/office/drawing/2014/main" id="{D849B5AF-3B98-4199-AECB-D457E814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84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F11EA550-AA6B-4499-9897-A7C6C72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85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FF47E7C8-AC6D-4C38-9D59-B49056E6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86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CF9367E1-EE6E-442D-9AB5-F0896EBE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87" name="SUPPORTING">
            <a:extLst xmlns:a="http://schemas.openxmlformats.org/drawingml/2006/main">
              <a:ext uri="{FF2B5EF4-FFF2-40B4-BE49-F238E27FC236}">
                <a16:creationId xmlns:a16="http://schemas.microsoft.com/office/drawing/2014/main" id="{9BC1A2AD-F3B8-4BBB-A9B2-8A2C4BC4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88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64BF3A4A-005C-419C-9640-8048D964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93915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2026-09-25T16:51:04.9410000Z</dcterms:created>
  <dcterms:modified xsi:type="dcterms:W3CDTF">2026-09-25T16:51:04.9410000Z</dcterms:modified>
</coreProperties>
</file>